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3" r:id="rId7"/>
    <p:sldId id="261" r:id="rId8"/>
    <p:sldId id="262"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213" d="100"/>
          <a:sy n="213" d="100"/>
        </p:scale>
        <p:origin x="300" y="1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8997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video" Target="https://www.youtube.com/embed/kIOx4a-NQEs?feature=oembed" TargetMode="Externa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5303520" y="0"/>
            <a:ext cx="3840480" cy="5143500"/>
          </a:xfrm>
          <a:prstGeom prst="rect">
            <a:avLst/>
          </a:prstGeom>
          <a:solidFill>
            <a:srgbClr val="2D3561"/>
          </a:solidFill>
          <a:ln/>
        </p:spPr>
        <p:txBody>
          <a:bodyPr/>
          <a:lstStyle/>
          <a:p>
            <a:endParaRPr lang="en-US"/>
          </a:p>
        </p:txBody>
      </p:sp>
      <p:sp>
        <p:nvSpPr>
          <p:cNvPr id="3" name="Shape 1"/>
          <p:cNvSpPr/>
          <p:nvPr/>
        </p:nvSpPr>
        <p:spPr>
          <a:xfrm>
            <a:off x="5303520" y="0"/>
            <a:ext cx="54864" cy="5143500"/>
          </a:xfrm>
          <a:prstGeom prst="rect">
            <a:avLst/>
          </a:prstGeom>
          <a:solidFill>
            <a:srgbClr val="E8572A"/>
          </a:solidFill>
          <a:ln/>
        </p:spPr>
        <p:txBody>
          <a:bodyPr/>
          <a:lstStyle/>
          <a:p>
            <a:endParaRPr lang="en-US"/>
          </a:p>
        </p:txBody>
      </p:sp>
      <p:sp>
        <p:nvSpPr>
          <p:cNvPr id="4" name="Shape 2"/>
          <p:cNvSpPr/>
          <p:nvPr/>
        </p:nvSpPr>
        <p:spPr>
          <a:xfrm>
            <a:off x="8321040" y="411480"/>
            <a:ext cx="82296" cy="82296"/>
          </a:xfrm>
          <a:prstGeom prst="ellipse">
            <a:avLst/>
          </a:prstGeom>
          <a:solidFill>
            <a:srgbClr val="E8572A">
              <a:alpha val="60000"/>
            </a:srgbClr>
          </a:solidFill>
          <a:ln/>
        </p:spPr>
        <p:txBody>
          <a:bodyPr/>
          <a:lstStyle/>
          <a:p>
            <a:endParaRPr lang="en-US"/>
          </a:p>
        </p:txBody>
      </p:sp>
      <p:sp>
        <p:nvSpPr>
          <p:cNvPr id="5" name="Shape 3"/>
          <p:cNvSpPr/>
          <p:nvPr/>
        </p:nvSpPr>
        <p:spPr>
          <a:xfrm>
            <a:off x="8641080" y="411480"/>
            <a:ext cx="82296" cy="82296"/>
          </a:xfrm>
          <a:prstGeom prst="ellipse">
            <a:avLst/>
          </a:prstGeom>
          <a:solidFill>
            <a:srgbClr val="E8572A">
              <a:alpha val="60000"/>
            </a:srgbClr>
          </a:solidFill>
          <a:ln/>
        </p:spPr>
        <p:txBody>
          <a:bodyPr/>
          <a:lstStyle/>
          <a:p>
            <a:endParaRPr lang="en-US"/>
          </a:p>
        </p:txBody>
      </p:sp>
      <p:sp>
        <p:nvSpPr>
          <p:cNvPr id="6" name="Shape 4"/>
          <p:cNvSpPr/>
          <p:nvPr/>
        </p:nvSpPr>
        <p:spPr>
          <a:xfrm>
            <a:off x="8321040" y="685800"/>
            <a:ext cx="82296" cy="82296"/>
          </a:xfrm>
          <a:prstGeom prst="ellipse">
            <a:avLst/>
          </a:prstGeom>
          <a:solidFill>
            <a:srgbClr val="E8572A">
              <a:alpha val="60000"/>
            </a:srgbClr>
          </a:solidFill>
          <a:ln/>
        </p:spPr>
        <p:txBody>
          <a:bodyPr/>
          <a:lstStyle/>
          <a:p>
            <a:endParaRPr lang="en-US"/>
          </a:p>
        </p:txBody>
      </p:sp>
      <p:sp>
        <p:nvSpPr>
          <p:cNvPr id="7" name="Shape 5"/>
          <p:cNvSpPr/>
          <p:nvPr/>
        </p:nvSpPr>
        <p:spPr>
          <a:xfrm>
            <a:off x="8641080" y="685800"/>
            <a:ext cx="82296" cy="82296"/>
          </a:xfrm>
          <a:prstGeom prst="ellipse">
            <a:avLst/>
          </a:prstGeom>
          <a:solidFill>
            <a:srgbClr val="E8572A">
              <a:alpha val="60000"/>
            </a:srgbClr>
          </a:solidFill>
          <a:ln/>
        </p:spPr>
        <p:txBody>
          <a:bodyPr/>
          <a:lstStyle/>
          <a:p>
            <a:endParaRPr lang="en-US"/>
          </a:p>
        </p:txBody>
      </p:sp>
      <p:sp>
        <p:nvSpPr>
          <p:cNvPr id="8" name="Shape 6"/>
          <p:cNvSpPr/>
          <p:nvPr/>
        </p:nvSpPr>
        <p:spPr>
          <a:xfrm>
            <a:off x="8961120" y="411480"/>
            <a:ext cx="82296" cy="82296"/>
          </a:xfrm>
          <a:prstGeom prst="ellipse">
            <a:avLst/>
          </a:prstGeom>
          <a:solidFill>
            <a:srgbClr val="E8572A">
              <a:alpha val="60000"/>
            </a:srgbClr>
          </a:solidFill>
          <a:ln/>
        </p:spPr>
        <p:txBody>
          <a:bodyPr/>
          <a:lstStyle/>
          <a:p>
            <a:endParaRPr lang="en-US"/>
          </a:p>
        </p:txBody>
      </p:sp>
      <p:sp>
        <p:nvSpPr>
          <p:cNvPr id="9" name="Shape 7"/>
          <p:cNvSpPr/>
          <p:nvPr/>
        </p:nvSpPr>
        <p:spPr>
          <a:xfrm>
            <a:off x="8961120" y="685800"/>
            <a:ext cx="82296" cy="82296"/>
          </a:xfrm>
          <a:prstGeom prst="ellipse">
            <a:avLst/>
          </a:prstGeom>
          <a:solidFill>
            <a:srgbClr val="E8572A">
              <a:alpha val="60000"/>
            </a:srgbClr>
          </a:solidFill>
          <a:ln/>
        </p:spPr>
        <p:txBody>
          <a:bodyPr/>
          <a:lstStyle/>
          <a:p>
            <a:endParaRPr lang="en-US"/>
          </a:p>
        </p:txBody>
      </p:sp>
      <p:sp>
        <p:nvSpPr>
          <p:cNvPr id="10" name="Text 8"/>
          <p:cNvSpPr/>
          <p:nvPr/>
        </p:nvSpPr>
        <p:spPr>
          <a:xfrm>
            <a:off x="502920" y="822960"/>
            <a:ext cx="4572000" cy="2286000"/>
          </a:xfrm>
          <a:prstGeom prst="rect">
            <a:avLst/>
          </a:prstGeom>
          <a:noFill/>
          <a:ln/>
        </p:spPr>
        <p:txBody>
          <a:bodyPr wrap="square" lIns="0" tIns="0" rIns="0" bIns="0" rtlCol="0" anchor="t"/>
          <a:lstStyle/>
          <a:p>
            <a:pPr marL="0" indent="0" algn="l">
              <a:buNone/>
            </a:pPr>
            <a:r>
              <a:rPr lang="en-US" sz="5200" b="1" dirty="0">
                <a:solidFill>
                  <a:srgbClr val="FFFFFF"/>
                </a:solidFill>
                <a:latin typeface="Georgia" pitchFamily="34" charset="0"/>
                <a:ea typeface="Georgia" pitchFamily="34" charset="-122"/>
                <a:cs typeface="Georgia" pitchFamily="34" charset="-120"/>
              </a:rPr>
              <a:t>Amazon</a:t>
            </a:r>
            <a:endParaRPr lang="en-US" sz="5200" dirty="0"/>
          </a:p>
          <a:p>
            <a:pPr marL="0" indent="0" algn="l">
              <a:buNone/>
            </a:pPr>
            <a:r>
              <a:rPr lang="en-US" sz="5200" b="1" dirty="0">
                <a:solidFill>
                  <a:srgbClr val="FFFFFF"/>
                </a:solidFill>
                <a:latin typeface="Georgia" pitchFamily="34" charset="0"/>
                <a:ea typeface="Georgia" pitchFamily="34" charset="-122"/>
                <a:cs typeface="Georgia" pitchFamily="34" charset="-120"/>
              </a:rPr>
              <a:t>Test Suite</a:t>
            </a:r>
            <a:endParaRPr lang="en-US" sz="5200" dirty="0"/>
          </a:p>
        </p:txBody>
      </p:sp>
      <p:sp>
        <p:nvSpPr>
          <p:cNvPr id="11" name="Shape 9"/>
          <p:cNvSpPr/>
          <p:nvPr/>
        </p:nvSpPr>
        <p:spPr>
          <a:xfrm>
            <a:off x="502920" y="3154680"/>
            <a:ext cx="2560320" cy="50292"/>
          </a:xfrm>
          <a:prstGeom prst="rect">
            <a:avLst/>
          </a:prstGeom>
          <a:solidFill>
            <a:srgbClr val="E8572A"/>
          </a:solidFill>
          <a:ln/>
        </p:spPr>
        <p:txBody>
          <a:bodyPr/>
          <a:lstStyle/>
          <a:p>
            <a:endParaRPr lang="en-US"/>
          </a:p>
        </p:txBody>
      </p:sp>
      <p:sp>
        <p:nvSpPr>
          <p:cNvPr id="12" name="Shape 10"/>
          <p:cNvSpPr/>
          <p:nvPr/>
        </p:nvSpPr>
        <p:spPr>
          <a:xfrm>
            <a:off x="502920" y="3218688"/>
            <a:ext cx="1463040" cy="27432"/>
          </a:xfrm>
          <a:prstGeom prst="rect">
            <a:avLst/>
          </a:prstGeom>
          <a:solidFill>
            <a:srgbClr val="E8572A">
              <a:alpha val="45000"/>
            </a:srgbClr>
          </a:solidFill>
          <a:ln/>
        </p:spPr>
        <p:txBody>
          <a:bodyPr/>
          <a:lstStyle/>
          <a:p>
            <a:endParaRPr lang="en-US"/>
          </a:p>
        </p:txBody>
      </p:sp>
      <p:sp>
        <p:nvSpPr>
          <p:cNvPr id="13" name="Text 11"/>
          <p:cNvSpPr/>
          <p:nvPr/>
        </p:nvSpPr>
        <p:spPr>
          <a:xfrm>
            <a:off x="502920" y="3401568"/>
            <a:ext cx="4572000" cy="822960"/>
          </a:xfrm>
          <a:prstGeom prst="rect">
            <a:avLst/>
          </a:prstGeom>
          <a:noFill/>
          <a:ln/>
        </p:spPr>
        <p:txBody>
          <a:bodyPr wrap="square" lIns="0" tIns="0" rIns="0" bIns="0" rtlCol="0" anchor="ctr"/>
          <a:lstStyle/>
          <a:p>
            <a:pPr marL="0" indent="0" algn="l">
              <a:buNone/>
            </a:pPr>
            <a:r>
              <a:rPr lang="en-US" sz="1500" dirty="0">
                <a:solidFill>
                  <a:srgbClr val="C8B8A2"/>
                </a:solidFill>
                <a:latin typeface="Trebuchet MS" pitchFamily="34" charset="0"/>
                <a:ea typeface="Trebuchet MS" pitchFamily="34" charset="-122"/>
                <a:cs typeface="Trebuchet MS" pitchFamily="34" charset="-120"/>
              </a:rPr>
              <a:t>Automated UI Testing with</a:t>
            </a:r>
            <a:endParaRPr lang="en-US" sz="1500" dirty="0"/>
          </a:p>
          <a:p>
            <a:pPr marL="0" indent="0" algn="l">
              <a:buNone/>
            </a:pPr>
            <a:r>
              <a:rPr lang="en-US" sz="1500" dirty="0">
                <a:solidFill>
                  <a:srgbClr val="C8B8A2"/>
                </a:solidFill>
                <a:latin typeface="Trebuchet MS" pitchFamily="34" charset="0"/>
                <a:ea typeface="Trebuchet MS" pitchFamily="34" charset="-122"/>
                <a:cs typeface="Trebuchet MS" pitchFamily="34" charset="-120"/>
              </a:rPr>
              <a:t>Selenium WebDriver &amp; TestNG</a:t>
            </a:r>
            <a:endParaRPr lang="en-US" sz="1500" dirty="0"/>
          </a:p>
        </p:txBody>
      </p:sp>
      <p:sp>
        <p:nvSpPr>
          <p:cNvPr id="14" name="Text 12"/>
          <p:cNvSpPr/>
          <p:nvPr/>
        </p:nvSpPr>
        <p:spPr>
          <a:xfrm>
            <a:off x="502920" y="4663440"/>
            <a:ext cx="4572000" cy="347472"/>
          </a:xfrm>
          <a:prstGeom prst="rect">
            <a:avLst/>
          </a:prstGeom>
          <a:noFill/>
          <a:ln/>
        </p:spPr>
        <p:txBody>
          <a:bodyPr wrap="square" lIns="0" tIns="0" rIns="0" bIns="0" rtlCol="0" anchor="ctr"/>
          <a:lstStyle/>
          <a:p>
            <a:pPr marL="0" indent="0" algn="l">
              <a:buNone/>
            </a:pPr>
            <a:r>
              <a:rPr lang="en-US" sz="1200" dirty="0">
                <a:solidFill>
                  <a:srgbClr val="8A8070"/>
                </a:solidFill>
                <a:latin typeface="Trebuchet MS" pitchFamily="34" charset="0"/>
                <a:ea typeface="Trebuchet MS" pitchFamily="34" charset="-122"/>
                <a:cs typeface="Trebuchet MS" pitchFamily="34" charset="-120"/>
              </a:rPr>
              <a:t>Lujens Pierre  ·  Micah Hodges</a:t>
            </a:r>
            <a:endParaRPr lang="en-US" sz="1200" dirty="0"/>
          </a:p>
        </p:txBody>
      </p:sp>
      <p:sp>
        <p:nvSpPr>
          <p:cNvPr id="15" name="Text 13"/>
          <p:cNvSpPr/>
          <p:nvPr/>
        </p:nvSpPr>
        <p:spPr>
          <a:xfrm>
            <a:off x="5486400" y="1005840"/>
            <a:ext cx="3291840" cy="411480"/>
          </a:xfrm>
          <a:prstGeom prst="rect">
            <a:avLst/>
          </a:prstGeom>
          <a:noFill/>
          <a:ln/>
        </p:spPr>
        <p:txBody>
          <a:bodyPr wrap="square" lIns="0" tIns="0" rIns="0" bIns="0" rtlCol="0" anchor="ctr"/>
          <a:lstStyle/>
          <a:p>
            <a:pPr marL="0" indent="0" algn="l">
              <a:buNone/>
            </a:pPr>
            <a:r>
              <a:rPr lang="en-US" sz="1100" kern="0" spc="300" dirty="0">
                <a:solidFill>
                  <a:srgbClr val="C8B8A2"/>
                </a:solidFill>
                <a:latin typeface="Trebuchet MS" pitchFamily="34" charset="0"/>
                <a:ea typeface="Trebuchet MS" pitchFamily="34" charset="-122"/>
                <a:cs typeface="Trebuchet MS" pitchFamily="34" charset="-120"/>
              </a:rPr>
              <a:t>CEN 3078</a:t>
            </a:r>
            <a:endParaRPr lang="en-US" sz="1100" dirty="0"/>
          </a:p>
        </p:txBody>
      </p:sp>
      <p:sp>
        <p:nvSpPr>
          <p:cNvPr id="16" name="Text 14"/>
          <p:cNvSpPr/>
          <p:nvPr/>
        </p:nvSpPr>
        <p:spPr>
          <a:xfrm>
            <a:off x="5486400" y="1508760"/>
            <a:ext cx="3291840" cy="1280160"/>
          </a:xfrm>
          <a:prstGeom prst="rect">
            <a:avLst/>
          </a:prstGeom>
          <a:noFill/>
          <a:ln/>
        </p:spPr>
        <p:txBody>
          <a:bodyPr wrap="square" lIns="0" tIns="0" rIns="0" bIns="0" rtlCol="0" anchor="ctr"/>
          <a:lstStyle/>
          <a:p>
            <a:pPr marL="0" indent="0" algn="l">
              <a:buNone/>
            </a:pPr>
            <a:r>
              <a:rPr lang="en-US" sz="3000" b="1" dirty="0">
                <a:solidFill>
                  <a:srgbClr val="FFFFFF"/>
                </a:solidFill>
                <a:latin typeface="Georgia" pitchFamily="34" charset="0"/>
                <a:ea typeface="Georgia" pitchFamily="34" charset="-122"/>
                <a:cs typeface="Georgia" pitchFamily="34" charset="-120"/>
              </a:rPr>
              <a:t>Software Testing</a:t>
            </a:r>
            <a:endParaRPr lang="en-US" sz="3000" dirty="0"/>
          </a:p>
          <a:p>
            <a:pPr marL="0" indent="0" algn="l">
              <a:buNone/>
            </a:pPr>
            <a:r>
              <a:rPr lang="en-US" sz="3000" b="1" dirty="0">
                <a:solidFill>
                  <a:srgbClr val="FFFFFF"/>
                </a:solidFill>
                <a:latin typeface="Georgia" pitchFamily="34" charset="0"/>
                <a:ea typeface="Georgia" pitchFamily="34" charset="-122"/>
                <a:cs typeface="Georgia" pitchFamily="34" charset="-120"/>
              </a:rPr>
              <a:t>&amp; Automation</a:t>
            </a:r>
            <a:endParaRPr lang="en-US" sz="3000" dirty="0"/>
          </a:p>
        </p:txBody>
      </p:sp>
      <p:sp>
        <p:nvSpPr>
          <p:cNvPr id="17" name="Text 15"/>
          <p:cNvSpPr/>
          <p:nvPr/>
        </p:nvSpPr>
        <p:spPr>
          <a:xfrm>
            <a:off x="5486400" y="3017520"/>
            <a:ext cx="3291840" cy="1280160"/>
          </a:xfrm>
          <a:prstGeom prst="rect">
            <a:avLst/>
          </a:prstGeom>
          <a:noFill/>
          <a:ln/>
        </p:spPr>
        <p:txBody>
          <a:bodyPr wrap="square" lIns="0" tIns="0" rIns="0" bIns="0" rtlCol="0" anchor="ctr"/>
          <a:lstStyle/>
          <a:p>
            <a:pPr marL="0" indent="0" algn="l">
              <a:buNone/>
            </a:pPr>
            <a:r>
              <a:rPr lang="en-US" sz="1300" dirty="0">
                <a:solidFill>
                  <a:srgbClr val="C8B8A2"/>
                </a:solidFill>
                <a:latin typeface="Trebuchet MS" pitchFamily="34" charset="0"/>
                <a:ea typeface="Trebuchet MS" pitchFamily="34" charset="-122"/>
                <a:cs typeface="Trebuchet MS" pitchFamily="34" charset="-120"/>
              </a:rPr>
              <a:t>8 test classes</a:t>
            </a:r>
            <a:endParaRPr lang="en-US" sz="1300" dirty="0"/>
          </a:p>
          <a:p>
            <a:pPr marL="0" indent="0" algn="l">
              <a:buNone/>
            </a:pPr>
            <a:r>
              <a:rPr lang="en-US" sz="1300" dirty="0">
                <a:solidFill>
                  <a:srgbClr val="C8B8A2"/>
                </a:solidFill>
                <a:latin typeface="Trebuchet MS" pitchFamily="34" charset="0"/>
                <a:ea typeface="Trebuchet MS" pitchFamily="34" charset="-122"/>
                <a:cs typeface="Trebuchet MS" pitchFamily="34" charset="-120"/>
              </a:rPr>
              <a:t>70+ test cases</a:t>
            </a:r>
            <a:endParaRPr lang="en-US" sz="1300" dirty="0"/>
          </a:p>
          <a:p>
            <a:pPr marL="0" indent="0" algn="l">
              <a:buNone/>
            </a:pPr>
            <a:r>
              <a:rPr lang="en-US" sz="1300" dirty="0">
                <a:solidFill>
                  <a:srgbClr val="C8B8A2"/>
                </a:solidFill>
                <a:latin typeface="Trebuchet MS" pitchFamily="34" charset="0"/>
                <a:ea typeface="Trebuchet MS" pitchFamily="34" charset="-122"/>
                <a:cs typeface="Trebuchet MS" pitchFamily="34" charset="-120"/>
              </a:rPr>
              <a:t>Full cart &amp; checkout flow</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572A"/>
          </a:solidFill>
          <a:ln/>
        </p:spPr>
        <p:txBody>
          <a:bodyPr/>
          <a:lstStyle/>
          <a:p>
            <a:endParaRPr lang="en-US"/>
          </a:p>
        </p:txBody>
      </p:sp>
      <p:sp>
        <p:nvSpPr>
          <p:cNvPr id="3" name="Text 1"/>
          <p:cNvSpPr/>
          <p:nvPr/>
        </p:nvSpPr>
        <p:spPr>
          <a:xfrm>
            <a:off x="502920" y="292608"/>
            <a:ext cx="4572000" cy="274320"/>
          </a:xfrm>
          <a:prstGeom prst="rect">
            <a:avLst/>
          </a:prstGeom>
          <a:noFill/>
          <a:ln/>
        </p:spPr>
        <p:txBody>
          <a:bodyPr wrap="square" lIns="0" tIns="0" rIns="0" bIns="0" rtlCol="0" anchor="ctr"/>
          <a:lstStyle/>
          <a:p>
            <a:pPr marL="0" indent="0" algn="l">
              <a:buNone/>
            </a:pPr>
            <a:r>
              <a:rPr lang="en-US" sz="1000" b="1" kern="0" spc="300" dirty="0">
                <a:solidFill>
                  <a:srgbClr val="E8572A"/>
                </a:solidFill>
                <a:latin typeface="Trebuchet MS" pitchFamily="34" charset="0"/>
                <a:ea typeface="Trebuchet MS" pitchFamily="34" charset="-122"/>
                <a:cs typeface="Trebuchet MS" pitchFamily="34" charset="-120"/>
              </a:rPr>
              <a:t>01 — PROJECT GOAL</a:t>
            </a:r>
            <a:endParaRPr lang="en-US" sz="1000" dirty="0"/>
          </a:p>
        </p:txBody>
      </p:sp>
      <p:sp>
        <p:nvSpPr>
          <p:cNvPr id="4" name="Text 2"/>
          <p:cNvSpPr/>
          <p:nvPr/>
        </p:nvSpPr>
        <p:spPr>
          <a:xfrm>
            <a:off x="502920" y="658368"/>
            <a:ext cx="4114800" cy="1645920"/>
          </a:xfrm>
          <a:prstGeom prst="rect">
            <a:avLst/>
          </a:prstGeom>
          <a:noFill/>
          <a:ln/>
        </p:spPr>
        <p:txBody>
          <a:bodyPr wrap="square" lIns="0" tIns="0" rIns="0" bIns="0" rtlCol="0" anchor="ctr"/>
          <a:lstStyle/>
          <a:p>
            <a:pPr marL="0" indent="0" algn="l">
              <a:buNone/>
            </a:pPr>
            <a:r>
              <a:rPr lang="en-US" sz="4000" b="1" dirty="0">
                <a:solidFill>
                  <a:srgbClr val="1A1A2E"/>
                </a:solidFill>
                <a:latin typeface="Georgia" pitchFamily="34" charset="0"/>
                <a:ea typeface="Georgia" pitchFamily="34" charset="-122"/>
                <a:cs typeface="Georgia" pitchFamily="34" charset="-120"/>
              </a:rPr>
              <a:t>What we set</a:t>
            </a:r>
            <a:endParaRPr lang="en-US" sz="4000" dirty="0"/>
          </a:p>
          <a:p>
            <a:pPr marL="0" indent="0" algn="l">
              <a:buNone/>
            </a:pPr>
            <a:r>
              <a:rPr lang="en-US" sz="4000" b="1" dirty="0">
                <a:solidFill>
                  <a:srgbClr val="1A1A2E"/>
                </a:solidFill>
                <a:latin typeface="Georgia" pitchFamily="34" charset="0"/>
                <a:ea typeface="Georgia" pitchFamily="34" charset="-122"/>
                <a:cs typeface="Georgia" pitchFamily="34" charset="-120"/>
              </a:rPr>
              <a:t>out to build.</a:t>
            </a:r>
            <a:endParaRPr lang="en-US" sz="4000" dirty="0"/>
          </a:p>
        </p:txBody>
      </p:sp>
      <p:sp>
        <p:nvSpPr>
          <p:cNvPr id="5" name="Text 3"/>
          <p:cNvSpPr/>
          <p:nvPr/>
        </p:nvSpPr>
        <p:spPr>
          <a:xfrm>
            <a:off x="502920" y="2423160"/>
            <a:ext cx="3840480" cy="1188720"/>
          </a:xfrm>
          <a:prstGeom prst="rect">
            <a:avLst/>
          </a:prstGeom>
          <a:noFill/>
          <a:ln/>
        </p:spPr>
        <p:txBody>
          <a:bodyPr wrap="square" lIns="0" tIns="0" rIns="0" bIns="0" rtlCol="0" anchor="ctr"/>
          <a:lstStyle/>
          <a:p>
            <a:pPr marL="0" indent="0" algn="l">
              <a:buNone/>
            </a:pPr>
            <a:r>
              <a:rPr lang="en-US" sz="1350" dirty="0">
                <a:solidFill>
                  <a:srgbClr val="3A3A3A"/>
                </a:solidFill>
                <a:latin typeface="Trebuchet MS" pitchFamily="34" charset="0"/>
                <a:ea typeface="Trebuchet MS" pitchFamily="34" charset="-122"/>
                <a:cs typeface="Trebuchet MS" pitchFamily="34" charset="-120"/>
              </a:rPr>
              <a:t>Build a comprehensive automated test suite that validates key Amazon.com user flows, from homepage navigation and search all the way through to the cart and checkout process.</a:t>
            </a:r>
            <a:endParaRPr lang="en-US" sz="1350" dirty="0"/>
          </a:p>
        </p:txBody>
      </p:sp>
      <p:sp>
        <p:nvSpPr>
          <p:cNvPr id="6" name="Shape 4"/>
          <p:cNvSpPr/>
          <p:nvPr/>
        </p:nvSpPr>
        <p:spPr>
          <a:xfrm>
            <a:off x="4800600" y="658368"/>
            <a:ext cx="36576" cy="4114800"/>
          </a:xfrm>
          <a:prstGeom prst="rect">
            <a:avLst/>
          </a:prstGeom>
          <a:solidFill>
            <a:srgbClr val="EDE8E0"/>
          </a:solidFill>
          <a:ln/>
        </p:spPr>
        <p:txBody>
          <a:bodyPr/>
          <a:lstStyle/>
          <a:p>
            <a:endParaRPr lang="en-US"/>
          </a:p>
        </p:txBody>
      </p:sp>
      <p:sp>
        <p:nvSpPr>
          <p:cNvPr id="7" name="Text 5"/>
          <p:cNvSpPr/>
          <p:nvPr/>
        </p:nvSpPr>
        <p:spPr>
          <a:xfrm>
            <a:off x="5120640" y="658368"/>
            <a:ext cx="640080" cy="457200"/>
          </a:xfrm>
          <a:prstGeom prst="rect">
            <a:avLst/>
          </a:prstGeom>
          <a:noFill/>
          <a:ln/>
        </p:spPr>
        <p:txBody>
          <a:bodyPr wrap="square" lIns="0" tIns="0" rIns="0" bIns="0" rtlCol="0" anchor="ctr"/>
          <a:lstStyle/>
          <a:p>
            <a:pPr marL="0" indent="0" algn="l">
              <a:buNone/>
            </a:pPr>
            <a:r>
              <a:rPr lang="en-US" sz="2800" b="1" dirty="0">
                <a:solidFill>
                  <a:srgbClr val="E8572A"/>
                </a:solidFill>
                <a:latin typeface="Georgia" pitchFamily="34" charset="0"/>
                <a:ea typeface="Georgia" pitchFamily="34" charset="-122"/>
                <a:cs typeface="Georgia" pitchFamily="34" charset="-120"/>
              </a:rPr>
              <a:t>01</a:t>
            </a:r>
            <a:endParaRPr lang="en-US" sz="2800" dirty="0"/>
          </a:p>
        </p:txBody>
      </p:sp>
      <p:sp>
        <p:nvSpPr>
          <p:cNvPr id="8" name="Text 6"/>
          <p:cNvSpPr/>
          <p:nvPr/>
        </p:nvSpPr>
        <p:spPr>
          <a:xfrm>
            <a:off x="5669280" y="704088"/>
            <a:ext cx="3017520" cy="347472"/>
          </a:xfrm>
          <a:prstGeom prst="rect">
            <a:avLst/>
          </a:prstGeom>
          <a:noFill/>
          <a:ln/>
        </p:spPr>
        <p:txBody>
          <a:bodyPr wrap="square" lIns="0" tIns="0" rIns="0" bIns="0" rtlCol="0" anchor="ctr"/>
          <a:lstStyle/>
          <a:p>
            <a:pPr marL="0" indent="0" algn="l">
              <a:buNone/>
            </a:pPr>
            <a:r>
              <a:rPr lang="en-US" sz="1400" b="1" dirty="0">
                <a:solidFill>
                  <a:srgbClr val="1A1A2E"/>
                </a:solidFill>
                <a:latin typeface="Georgia" pitchFamily="34" charset="0"/>
                <a:ea typeface="Georgia" pitchFamily="34" charset="-122"/>
                <a:cs typeface="Georgia" pitchFamily="34" charset="-120"/>
              </a:rPr>
              <a:t>Verify UI Elements</a:t>
            </a:r>
            <a:endParaRPr lang="en-US" sz="1400" dirty="0"/>
          </a:p>
        </p:txBody>
      </p:sp>
      <p:sp>
        <p:nvSpPr>
          <p:cNvPr id="9" name="Text 7"/>
          <p:cNvSpPr/>
          <p:nvPr/>
        </p:nvSpPr>
        <p:spPr>
          <a:xfrm>
            <a:off x="5669280" y="1097280"/>
            <a:ext cx="3017520" cy="685800"/>
          </a:xfrm>
          <a:prstGeom prst="rect">
            <a:avLst/>
          </a:prstGeom>
          <a:noFill/>
          <a:ln/>
        </p:spPr>
        <p:txBody>
          <a:bodyPr wrap="square" lIns="0" tIns="0" rIns="0" bIns="0" rtlCol="0" anchor="ctr"/>
          <a:lstStyle/>
          <a:p>
            <a:pPr marL="0" indent="0" algn="l">
              <a:buNone/>
            </a:pPr>
            <a:r>
              <a:rPr lang="en-US" sz="1200" dirty="0">
                <a:solidFill>
                  <a:srgbClr val="8A8070"/>
                </a:solidFill>
                <a:latin typeface="Trebuchet MS" pitchFamily="34" charset="0"/>
                <a:ea typeface="Trebuchet MS" pitchFamily="34" charset="-122"/>
                <a:cs typeface="Trebuchet MS" pitchFamily="34" charset="-120"/>
              </a:rPr>
              <a:t>Confirm core components load correctly across all major page types.</a:t>
            </a:r>
            <a:endParaRPr lang="en-US" sz="1200" dirty="0"/>
          </a:p>
        </p:txBody>
      </p:sp>
      <p:sp>
        <p:nvSpPr>
          <p:cNvPr id="10" name="Shape 8"/>
          <p:cNvSpPr/>
          <p:nvPr/>
        </p:nvSpPr>
        <p:spPr>
          <a:xfrm>
            <a:off x="5120640" y="1920240"/>
            <a:ext cx="3657600" cy="10973"/>
          </a:xfrm>
          <a:prstGeom prst="rect">
            <a:avLst/>
          </a:prstGeom>
          <a:solidFill>
            <a:srgbClr val="EDE8E0"/>
          </a:solidFill>
          <a:ln/>
        </p:spPr>
        <p:txBody>
          <a:bodyPr/>
          <a:lstStyle/>
          <a:p>
            <a:endParaRPr lang="en-US"/>
          </a:p>
        </p:txBody>
      </p:sp>
      <p:sp>
        <p:nvSpPr>
          <p:cNvPr id="11" name="Text 9"/>
          <p:cNvSpPr/>
          <p:nvPr/>
        </p:nvSpPr>
        <p:spPr>
          <a:xfrm>
            <a:off x="5120640" y="2048256"/>
            <a:ext cx="640080" cy="457200"/>
          </a:xfrm>
          <a:prstGeom prst="rect">
            <a:avLst/>
          </a:prstGeom>
          <a:noFill/>
          <a:ln/>
        </p:spPr>
        <p:txBody>
          <a:bodyPr wrap="square" lIns="0" tIns="0" rIns="0" bIns="0" rtlCol="0" anchor="ctr"/>
          <a:lstStyle/>
          <a:p>
            <a:pPr marL="0" indent="0" algn="l">
              <a:buNone/>
            </a:pPr>
            <a:r>
              <a:rPr lang="en-US" sz="2800" b="1" dirty="0">
                <a:solidFill>
                  <a:srgbClr val="E8572A"/>
                </a:solidFill>
                <a:latin typeface="Georgia" pitchFamily="34" charset="0"/>
                <a:ea typeface="Georgia" pitchFamily="34" charset="-122"/>
                <a:cs typeface="Georgia" pitchFamily="34" charset="-120"/>
              </a:rPr>
              <a:t>02</a:t>
            </a:r>
            <a:endParaRPr lang="en-US" sz="2800" dirty="0"/>
          </a:p>
        </p:txBody>
      </p:sp>
      <p:sp>
        <p:nvSpPr>
          <p:cNvPr id="12" name="Text 10"/>
          <p:cNvSpPr/>
          <p:nvPr/>
        </p:nvSpPr>
        <p:spPr>
          <a:xfrm>
            <a:off x="5669280" y="2093976"/>
            <a:ext cx="3017520" cy="347472"/>
          </a:xfrm>
          <a:prstGeom prst="rect">
            <a:avLst/>
          </a:prstGeom>
          <a:noFill/>
          <a:ln/>
        </p:spPr>
        <p:txBody>
          <a:bodyPr wrap="square" lIns="0" tIns="0" rIns="0" bIns="0" rtlCol="0" anchor="ctr"/>
          <a:lstStyle/>
          <a:p>
            <a:pPr marL="0" indent="0" algn="l">
              <a:buNone/>
            </a:pPr>
            <a:r>
              <a:rPr lang="en-US" sz="1400" b="1" dirty="0">
                <a:solidFill>
                  <a:srgbClr val="1A1A2E"/>
                </a:solidFill>
                <a:latin typeface="Georgia" pitchFamily="34" charset="0"/>
                <a:ea typeface="Georgia" pitchFamily="34" charset="-122"/>
                <a:cs typeface="Georgia" pitchFamily="34" charset="-120"/>
              </a:rPr>
              <a:t>Test Real User Flows</a:t>
            </a:r>
            <a:endParaRPr lang="en-US" sz="1400" dirty="0"/>
          </a:p>
        </p:txBody>
      </p:sp>
      <p:sp>
        <p:nvSpPr>
          <p:cNvPr id="13" name="Text 11"/>
          <p:cNvSpPr/>
          <p:nvPr/>
        </p:nvSpPr>
        <p:spPr>
          <a:xfrm>
            <a:off x="5669280" y="2487168"/>
            <a:ext cx="3017520" cy="685800"/>
          </a:xfrm>
          <a:prstGeom prst="rect">
            <a:avLst/>
          </a:prstGeom>
          <a:noFill/>
          <a:ln/>
        </p:spPr>
        <p:txBody>
          <a:bodyPr wrap="square" lIns="0" tIns="0" rIns="0" bIns="0" rtlCol="0" anchor="ctr"/>
          <a:lstStyle/>
          <a:p>
            <a:pPr marL="0" indent="0" algn="l">
              <a:buNone/>
            </a:pPr>
            <a:r>
              <a:rPr lang="en-US" sz="1200" dirty="0">
                <a:solidFill>
                  <a:srgbClr val="8A8070"/>
                </a:solidFill>
                <a:latin typeface="Trebuchet MS" pitchFamily="34" charset="0"/>
                <a:ea typeface="Trebuchet MS" pitchFamily="34" charset="-122"/>
                <a:cs typeface="Trebuchet MS" pitchFamily="34" charset="-120"/>
              </a:rPr>
              <a:t>Simulate actual user actions: search, add to cart, proceed to checkout.</a:t>
            </a:r>
            <a:endParaRPr lang="en-US" sz="1200" dirty="0"/>
          </a:p>
        </p:txBody>
      </p:sp>
      <p:sp>
        <p:nvSpPr>
          <p:cNvPr id="14" name="Shape 12"/>
          <p:cNvSpPr/>
          <p:nvPr/>
        </p:nvSpPr>
        <p:spPr>
          <a:xfrm>
            <a:off x="5120640" y="3310128"/>
            <a:ext cx="3657600" cy="10973"/>
          </a:xfrm>
          <a:prstGeom prst="rect">
            <a:avLst/>
          </a:prstGeom>
          <a:solidFill>
            <a:srgbClr val="EDE8E0"/>
          </a:solidFill>
          <a:ln/>
        </p:spPr>
        <p:txBody>
          <a:bodyPr/>
          <a:lstStyle/>
          <a:p>
            <a:endParaRPr lang="en-US"/>
          </a:p>
        </p:txBody>
      </p:sp>
      <p:sp>
        <p:nvSpPr>
          <p:cNvPr id="15" name="Text 13"/>
          <p:cNvSpPr/>
          <p:nvPr/>
        </p:nvSpPr>
        <p:spPr>
          <a:xfrm>
            <a:off x="5120640" y="3438144"/>
            <a:ext cx="640080" cy="457200"/>
          </a:xfrm>
          <a:prstGeom prst="rect">
            <a:avLst/>
          </a:prstGeom>
          <a:noFill/>
          <a:ln/>
        </p:spPr>
        <p:txBody>
          <a:bodyPr wrap="square" lIns="0" tIns="0" rIns="0" bIns="0" rtlCol="0" anchor="ctr"/>
          <a:lstStyle/>
          <a:p>
            <a:pPr marL="0" indent="0" algn="l">
              <a:buNone/>
            </a:pPr>
            <a:r>
              <a:rPr lang="en-US" sz="2800" b="1" dirty="0">
                <a:solidFill>
                  <a:srgbClr val="E8572A"/>
                </a:solidFill>
                <a:latin typeface="Georgia" pitchFamily="34" charset="0"/>
                <a:ea typeface="Georgia" pitchFamily="34" charset="-122"/>
                <a:cs typeface="Georgia" pitchFamily="34" charset="-120"/>
              </a:rPr>
              <a:t>03</a:t>
            </a:r>
            <a:endParaRPr lang="en-US" sz="2800" dirty="0"/>
          </a:p>
        </p:txBody>
      </p:sp>
      <p:sp>
        <p:nvSpPr>
          <p:cNvPr id="16" name="Text 14"/>
          <p:cNvSpPr/>
          <p:nvPr/>
        </p:nvSpPr>
        <p:spPr>
          <a:xfrm>
            <a:off x="5669280" y="3483864"/>
            <a:ext cx="3017520" cy="347472"/>
          </a:xfrm>
          <a:prstGeom prst="rect">
            <a:avLst/>
          </a:prstGeom>
          <a:noFill/>
          <a:ln/>
        </p:spPr>
        <p:txBody>
          <a:bodyPr wrap="square" lIns="0" tIns="0" rIns="0" bIns="0" rtlCol="0" anchor="ctr"/>
          <a:lstStyle/>
          <a:p>
            <a:pPr marL="0" indent="0" algn="l">
              <a:buNone/>
            </a:pPr>
            <a:r>
              <a:rPr lang="en-US" sz="1400" b="1" dirty="0">
                <a:solidFill>
                  <a:srgbClr val="1A1A2E"/>
                </a:solidFill>
                <a:latin typeface="Georgia" pitchFamily="34" charset="0"/>
                <a:ea typeface="Georgia" pitchFamily="34" charset="-122"/>
                <a:cs typeface="Georgia" pitchFamily="34" charset="-120"/>
              </a:rPr>
              <a:t>Automate Regression</a:t>
            </a:r>
            <a:endParaRPr lang="en-US" sz="1400" dirty="0"/>
          </a:p>
        </p:txBody>
      </p:sp>
      <p:sp>
        <p:nvSpPr>
          <p:cNvPr id="17" name="Text 15"/>
          <p:cNvSpPr/>
          <p:nvPr/>
        </p:nvSpPr>
        <p:spPr>
          <a:xfrm>
            <a:off x="5669280" y="3877056"/>
            <a:ext cx="3017520" cy="685800"/>
          </a:xfrm>
          <a:prstGeom prst="rect">
            <a:avLst/>
          </a:prstGeom>
          <a:noFill/>
          <a:ln/>
        </p:spPr>
        <p:txBody>
          <a:bodyPr wrap="square" lIns="0" tIns="0" rIns="0" bIns="0" rtlCol="0" anchor="ctr"/>
          <a:lstStyle/>
          <a:p>
            <a:pPr marL="0" indent="0" algn="l">
              <a:buNone/>
            </a:pPr>
            <a:r>
              <a:rPr lang="en-US" sz="1200" dirty="0">
                <a:solidFill>
                  <a:srgbClr val="8A8070"/>
                </a:solidFill>
                <a:latin typeface="Trebuchet MS" pitchFamily="34" charset="0"/>
                <a:ea typeface="Trebuchet MS" pitchFamily="34" charset="-122"/>
                <a:cs typeface="Trebuchet MS" pitchFamily="34" charset="-120"/>
              </a:rPr>
              <a:t>Provide a repeatable suite that catches UI regressions immediately.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572A"/>
          </a:solidFill>
          <a:ln/>
        </p:spPr>
        <p:txBody>
          <a:bodyPr/>
          <a:lstStyle/>
          <a:p>
            <a:endParaRPr lang="en-US"/>
          </a:p>
        </p:txBody>
      </p:sp>
      <p:sp>
        <p:nvSpPr>
          <p:cNvPr id="3" name="Text 1"/>
          <p:cNvSpPr/>
          <p:nvPr/>
        </p:nvSpPr>
        <p:spPr>
          <a:xfrm>
            <a:off x="502920" y="292608"/>
            <a:ext cx="4572000" cy="274320"/>
          </a:xfrm>
          <a:prstGeom prst="rect">
            <a:avLst/>
          </a:prstGeom>
          <a:noFill/>
          <a:ln/>
        </p:spPr>
        <p:txBody>
          <a:bodyPr wrap="square" lIns="0" tIns="0" rIns="0" bIns="0" rtlCol="0" anchor="ctr"/>
          <a:lstStyle/>
          <a:p>
            <a:pPr marL="0" indent="0" algn="l">
              <a:buNone/>
            </a:pPr>
            <a:r>
              <a:rPr lang="en-US" sz="1000" b="1" kern="0" spc="300" dirty="0">
                <a:solidFill>
                  <a:srgbClr val="E8572A"/>
                </a:solidFill>
                <a:latin typeface="Trebuchet MS" pitchFamily="34" charset="0"/>
                <a:ea typeface="Trebuchet MS" pitchFamily="34" charset="-122"/>
                <a:cs typeface="Trebuchet MS" pitchFamily="34" charset="-120"/>
              </a:rPr>
              <a:t>02 — WORKFLOW</a:t>
            </a:r>
            <a:endParaRPr lang="en-US" sz="1000" dirty="0"/>
          </a:p>
        </p:txBody>
      </p:sp>
      <p:sp>
        <p:nvSpPr>
          <p:cNvPr id="4" name="Text 2"/>
          <p:cNvSpPr/>
          <p:nvPr/>
        </p:nvSpPr>
        <p:spPr>
          <a:xfrm>
            <a:off x="502920" y="658368"/>
            <a:ext cx="8229600" cy="658368"/>
          </a:xfrm>
          <a:prstGeom prst="rect">
            <a:avLst/>
          </a:prstGeom>
          <a:noFill/>
          <a:ln/>
        </p:spPr>
        <p:txBody>
          <a:bodyPr wrap="square" lIns="0" tIns="0" rIns="0" bIns="0" rtlCol="0" anchor="ctr"/>
          <a:lstStyle/>
          <a:p>
            <a:pPr marL="0" indent="0" algn="l">
              <a:buNone/>
            </a:pPr>
            <a:r>
              <a:rPr lang="en-US" sz="3600" b="1" dirty="0">
                <a:solidFill>
                  <a:srgbClr val="FFFFFF"/>
                </a:solidFill>
                <a:latin typeface="Georgia" pitchFamily="34" charset="0"/>
                <a:ea typeface="Georgia" pitchFamily="34" charset="-122"/>
                <a:cs typeface="Georgia" pitchFamily="34" charset="-120"/>
              </a:rPr>
              <a:t>How the suite runs.</a:t>
            </a:r>
            <a:endParaRPr lang="en-US" sz="3600" dirty="0"/>
          </a:p>
        </p:txBody>
      </p:sp>
      <p:sp>
        <p:nvSpPr>
          <p:cNvPr id="5" name="Text 3"/>
          <p:cNvSpPr/>
          <p:nvPr/>
        </p:nvSpPr>
        <p:spPr>
          <a:xfrm>
            <a:off x="256032" y="1572768"/>
            <a:ext cx="502920" cy="594360"/>
          </a:xfrm>
          <a:prstGeom prst="rect">
            <a:avLst/>
          </a:prstGeom>
          <a:noFill/>
          <a:ln/>
        </p:spPr>
        <p:txBody>
          <a:bodyPr wrap="square" lIns="0" tIns="0" rIns="0" bIns="0" rtlCol="0" anchor="ctr"/>
          <a:lstStyle/>
          <a:p>
            <a:pPr marL="0" indent="0" algn="l">
              <a:buNone/>
            </a:pPr>
            <a:r>
              <a:rPr lang="en-US" sz="3400" b="1" dirty="0">
                <a:solidFill>
                  <a:srgbClr val="E8572A"/>
                </a:solidFill>
                <a:latin typeface="Georgia" pitchFamily="34" charset="0"/>
                <a:ea typeface="Georgia" pitchFamily="34" charset="-122"/>
                <a:cs typeface="Georgia" pitchFamily="34" charset="-120"/>
              </a:rPr>
              <a:t>1</a:t>
            </a:r>
            <a:endParaRPr lang="en-US" sz="3400" dirty="0"/>
          </a:p>
        </p:txBody>
      </p:sp>
      <p:sp>
        <p:nvSpPr>
          <p:cNvPr id="6" name="Text 4"/>
          <p:cNvSpPr/>
          <p:nvPr/>
        </p:nvSpPr>
        <p:spPr>
          <a:xfrm>
            <a:off x="256032" y="2212848"/>
            <a:ext cx="1325880" cy="347472"/>
          </a:xfrm>
          <a:prstGeom prst="rect">
            <a:avLst/>
          </a:prstGeom>
          <a:noFill/>
          <a:ln/>
        </p:spPr>
        <p:txBody>
          <a:bodyPr wrap="square" lIns="0" tIns="0" rIns="0" bIns="0" rtlCol="0" anchor="ctr"/>
          <a:lstStyle/>
          <a:p>
            <a:pPr marL="0" indent="0" algn="l">
              <a:buNone/>
            </a:pPr>
            <a:r>
              <a:rPr lang="en-US" sz="1300" b="1" dirty="0">
                <a:solidFill>
                  <a:srgbClr val="FFFFFF"/>
                </a:solidFill>
                <a:latin typeface="Georgia" pitchFamily="34" charset="0"/>
                <a:ea typeface="Georgia" pitchFamily="34" charset="-122"/>
                <a:cs typeface="Georgia" pitchFamily="34" charset="-120"/>
              </a:rPr>
              <a:t>Launch</a:t>
            </a:r>
            <a:endParaRPr lang="en-US" sz="1300" dirty="0"/>
          </a:p>
        </p:txBody>
      </p:sp>
      <p:sp>
        <p:nvSpPr>
          <p:cNvPr id="7" name="Text 5"/>
          <p:cNvSpPr/>
          <p:nvPr/>
        </p:nvSpPr>
        <p:spPr>
          <a:xfrm>
            <a:off x="256032" y="2578608"/>
            <a:ext cx="1325880" cy="502920"/>
          </a:xfrm>
          <a:prstGeom prst="rect">
            <a:avLst/>
          </a:prstGeom>
          <a:noFill/>
          <a:ln/>
        </p:spPr>
        <p:txBody>
          <a:bodyPr wrap="square" lIns="0" tIns="0" rIns="0" bIns="0" rtlCol="0" anchor="ctr"/>
          <a:lstStyle/>
          <a:p>
            <a:pPr marL="0" indent="0" algn="l">
              <a:buNone/>
            </a:pPr>
            <a:r>
              <a:rPr lang="en-US" sz="1000" dirty="0">
                <a:solidFill>
                  <a:srgbClr val="8A8070"/>
                </a:solidFill>
                <a:latin typeface="Trebuchet MS" pitchFamily="34" charset="0"/>
                <a:ea typeface="Trebuchet MS" pitchFamily="34" charset="-122"/>
                <a:cs typeface="Trebuchet MS" pitchFamily="34" charset="-120"/>
              </a:rPr>
              <a:t>testng.xml fires the suite</a:t>
            </a:r>
            <a:endParaRPr lang="en-US" sz="1000" dirty="0"/>
          </a:p>
        </p:txBody>
      </p:sp>
      <p:sp>
        <p:nvSpPr>
          <p:cNvPr id="8" name="Shape 6"/>
          <p:cNvSpPr/>
          <p:nvPr/>
        </p:nvSpPr>
        <p:spPr>
          <a:xfrm>
            <a:off x="1627632" y="1810512"/>
            <a:ext cx="91440" cy="91440"/>
          </a:xfrm>
          <a:prstGeom prst="ellipse">
            <a:avLst/>
          </a:prstGeom>
          <a:solidFill>
            <a:srgbClr val="8A8070">
              <a:alpha val="70000"/>
            </a:srgbClr>
          </a:solidFill>
          <a:ln/>
        </p:spPr>
        <p:txBody>
          <a:bodyPr/>
          <a:lstStyle/>
          <a:p>
            <a:endParaRPr lang="en-US"/>
          </a:p>
        </p:txBody>
      </p:sp>
      <p:sp>
        <p:nvSpPr>
          <p:cNvPr id="9" name="Text 7"/>
          <p:cNvSpPr/>
          <p:nvPr/>
        </p:nvSpPr>
        <p:spPr>
          <a:xfrm>
            <a:off x="1719072" y="1572768"/>
            <a:ext cx="502920" cy="594360"/>
          </a:xfrm>
          <a:prstGeom prst="rect">
            <a:avLst/>
          </a:prstGeom>
          <a:noFill/>
          <a:ln/>
        </p:spPr>
        <p:txBody>
          <a:bodyPr wrap="square" lIns="0" tIns="0" rIns="0" bIns="0" rtlCol="0" anchor="ctr"/>
          <a:lstStyle/>
          <a:p>
            <a:pPr marL="0" indent="0" algn="l">
              <a:buNone/>
            </a:pPr>
            <a:r>
              <a:rPr lang="en-US" sz="3400" b="1" dirty="0">
                <a:solidFill>
                  <a:srgbClr val="C8B8A2"/>
                </a:solidFill>
                <a:latin typeface="Georgia" pitchFamily="34" charset="0"/>
                <a:ea typeface="Georgia" pitchFamily="34" charset="-122"/>
                <a:cs typeface="Georgia" pitchFamily="34" charset="-120"/>
              </a:rPr>
              <a:t>2</a:t>
            </a:r>
            <a:endParaRPr lang="en-US" sz="3400" dirty="0"/>
          </a:p>
        </p:txBody>
      </p:sp>
      <p:sp>
        <p:nvSpPr>
          <p:cNvPr id="10" name="Text 8"/>
          <p:cNvSpPr/>
          <p:nvPr/>
        </p:nvSpPr>
        <p:spPr>
          <a:xfrm>
            <a:off x="1719072" y="2212848"/>
            <a:ext cx="1325880" cy="347472"/>
          </a:xfrm>
          <a:prstGeom prst="rect">
            <a:avLst/>
          </a:prstGeom>
          <a:noFill/>
          <a:ln/>
        </p:spPr>
        <p:txBody>
          <a:bodyPr wrap="square" lIns="0" tIns="0" rIns="0" bIns="0" rtlCol="0" anchor="ctr"/>
          <a:lstStyle/>
          <a:p>
            <a:pPr marL="0" indent="0" algn="l">
              <a:buNone/>
            </a:pPr>
            <a:r>
              <a:rPr lang="en-US" sz="1300" b="1" dirty="0">
                <a:solidFill>
                  <a:srgbClr val="FFFFFF"/>
                </a:solidFill>
                <a:latin typeface="Georgia" pitchFamily="34" charset="0"/>
                <a:ea typeface="Georgia" pitchFamily="34" charset="-122"/>
                <a:cs typeface="Georgia" pitchFamily="34" charset="-120"/>
              </a:rPr>
              <a:t>Init</a:t>
            </a:r>
            <a:endParaRPr lang="en-US" sz="1300" dirty="0"/>
          </a:p>
        </p:txBody>
      </p:sp>
      <p:sp>
        <p:nvSpPr>
          <p:cNvPr id="11" name="Text 9"/>
          <p:cNvSpPr/>
          <p:nvPr/>
        </p:nvSpPr>
        <p:spPr>
          <a:xfrm>
            <a:off x="1719072" y="2578608"/>
            <a:ext cx="1325880" cy="502920"/>
          </a:xfrm>
          <a:prstGeom prst="rect">
            <a:avLst/>
          </a:prstGeom>
          <a:noFill/>
          <a:ln/>
        </p:spPr>
        <p:txBody>
          <a:bodyPr wrap="square" lIns="0" tIns="0" rIns="0" bIns="0" rtlCol="0" anchor="ctr"/>
          <a:lstStyle/>
          <a:p>
            <a:pPr marL="0" indent="0" algn="l">
              <a:buNone/>
            </a:pPr>
            <a:r>
              <a:rPr lang="en-US" sz="1000" dirty="0">
                <a:solidFill>
                  <a:srgbClr val="8A8070"/>
                </a:solidFill>
                <a:latin typeface="Trebuchet MS" pitchFamily="34" charset="0"/>
                <a:ea typeface="Trebuchet MS" pitchFamily="34" charset="-122"/>
                <a:cs typeface="Trebuchet MS" pitchFamily="34" charset="-120"/>
              </a:rPr>
              <a:t>@BeforeClass starts Chrome</a:t>
            </a:r>
            <a:endParaRPr lang="en-US" sz="1000" dirty="0"/>
          </a:p>
        </p:txBody>
      </p:sp>
      <p:sp>
        <p:nvSpPr>
          <p:cNvPr id="12" name="Shape 10"/>
          <p:cNvSpPr/>
          <p:nvPr/>
        </p:nvSpPr>
        <p:spPr>
          <a:xfrm>
            <a:off x="3090672" y="1810512"/>
            <a:ext cx="91440" cy="91440"/>
          </a:xfrm>
          <a:prstGeom prst="ellipse">
            <a:avLst/>
          </a:prstGeom>
          <a:solidFill>
            <a:srgbClr val="8A8070">
              <a:alpha val="70000"/>
            </a:srgbClr>
          </a:solidFill>
          <a:ln/>
        </p:spPr>
        <p:txBody>
          <a:bodyPr/>
          <a:lstStyle/>
          <a:p>
            <a:endParaRPr lang="en-US"/>
          </a:p>
        </p:txBody>
      </p:sp>
      <p:sp>
        <p:nvSpPr>
          <p:cNvPr id="13" name="Text 11"/>
          <p:cNvSpPr/>
          <p:nvPr/>
        </p:nvSpPr>
        <p:spPr>
          <a:xfrm>
            <a:off x="3182112" y="1572768"/>
            <a:ext cx="502920" cy="594360"/>
          </a:xfrm>
          <a:prstGeom prst="rect">
            <a:avLst/>
          </a:prstGeom>
          <a:noFill/>
          <a:ln/>
        </p:spPr>
        <p:txBody>
          <a:bodyPr wrap="square" lIns="0" tIns="0" rIns="0" bIns="0" rtlCol="0" anchor="ctr"/>
          <a:lstStyle/>
          <a:p>
            <a:pPr marL="0" indent="0" algn="l">
              <a:buNone/>
            </a:pPr>
            <a:r>
              <a:rPr lang="en-US" sz="3400" b="1" dirty="0">
                <a:solidFill>
                  <a:srgbClr val="E8572A"/>
                </a:solidFill>
                <a:latin typeface="Georgia" pitchFamily="34" charset="0"/>
                <a:ea typeface="Georgia" pitchFamily="34" charset="-122"/>
                <a:cs typeface="Georgia" pitchFamily="34" charset="-120"/>
              </a:rPr>
              <a:t>3</a:t>
            </a:r>
            <a:endParaRPr lang="en-US" sz="3400" dirty="0"/>
          </a:p>
        </p:txBody>
      </p:sp>
      <p:sp>
        <p:nvSpPr>
          <p:cNvPr id="14" name="Text 12"/>
          <p:cNvSpPr/>
          <p:nvPr/>
        </p:nvSpPr>
        <p:spPr>
          <a:xfrm>
            <a:off x="3182112" y="2212848"/>
            <a:ext cx="1325880" cy="347472"/>
          </a:xfrm>
          <a:prstGeom prst="rect">
            <a:avLst/>
          </a:prstGeom>
          <a:noFill/>
          <a:ln/>
        </p:spPr>
        <p:txBody>
          <a:bodyPr wrap="square" lIns="0" tIns="0" rIns="0" bIns="0" rtlCol="0" anchor="ctr"/>
          <a:lstStyle/>
          <a:p>
            <a:pPr marL="0" indent="0" algn="l">
              <a:buNone/>
            </a:pPr>
            <a:r>
              <a:rPr lang="en-US" sz="1300" b="1" dirty="0">
                <a:solidFill>
                  <a:srgbClr val="FFFFFF"/>
                </a:solidFill>
                <a:latin typeface="Georgia" pitchFamily="34" charset="0"/>
                <a:ea typeface="Georgia" pitchFamily="34" charset="-122"/>
                <a:cs typeface="Georgia" pitchFamily="34" charset="-120"/>
              </a:rPr>
              <a:t>Navigate</a:t>
            </a:r>
            <a:endParaRPr lang="en-US" sz="1300" dirty="0"/>
          </a:p>
        </p:txBody>
      </p:sp>
      <p:sp>
        <p:nvSpPr>
          <p:cNvPr id="15" name="Text 13"/>
          <p:cNvSpPr/>
          <p:nvPr/>
        </p:nvSpPr>
        <p:spPr>
          <a:xfrm>
            <a:off x="3182112" y="2578608"/>
            <a:ext cx="1325880" cy="502920"/>
          </a:xfrm>
          <a:prstGeom prst="rect">
            <a:avLst/>
          </a:prstGeom>
          <a:noFill/>
          <a:ln/>
        </p:spPr>
        <p:txBody>
          <a:bodyPr wrap="square" lIns="0" tIns="0" rIns="0" bIns="0" rtlCol="0" anchor="ctr"/>
          <a:lstStyle/>
          <a:p>
            <a:pPr marL="0" indent="0" algn="l">
              <a:buNone/>
            </a:pPr>
            <a:r>
              <a:rPr lang="en-US" sz="1000" dirty="0">
                <a:solidFill>
                  <a:srgbClr val="8A8070"/>
                </a:solidFill>
                <a:latin typeface="Trebuchet MS" pitchFamily="34" charset="0"/>
                <a:ea typeface="Trebuchet MS" pitchFamily="34" charset="-122"/>
                <a:cs typeface="Trebuchet MS" pitchFamily="34" charset="-120"/>
              </a:rPr>
              <a:t>openHomePage() loads Amazon</a:t>
            </a:r>
            <a:endParaRPr lang="en-US" sz="1000" dirty="0"/>
          </a:p>
        </p:txBody>
      </p:sp>
      <p:sp>
        <p:nvSpPr>
          <p:cNvPr id="16" name="Shape 14"/>
          <p:cNvSpPr/>
          <p:nvPr/>
        </p:nvSpPr>
        <p:spPr>
          <a:xfrm>
            <a:off x="4553712" y="1810512"/>
            <a:ext cx="91440" cy="91440"/>
          </a:xfrm>
          <a:prstGeom prst="ellipse">
            <a:avLst/>
          </a:prstGeom>
          <a:solidFill>
            <a:srgbClr val="8A8070">
              <a:alpha val="70000"/>
            </a:srgbClr>
          </a:solidFill>
          <a:ln/>
        </p:spPr>
        <p:txBody>
          <a:bodyPr/>
          <a:lstStyle/>
          <a:p>
            <a:endParaRPr lang="en-US"/>
          </a:p>
        </p:txBody>
      </p:sp>
      <p:sp>
        <p:nvSpPr>
          <p:cNvPr id="17" name="Text 15"/>
          <p:cNvSpPr/>
          <p:nvPr/>
        </p:nvSpPr>
        <p:spPr>
          <a:xfrm>
            <a:off x="4645152" y="1572768"/>
            <a:ext cx="502920" cy="594360"/>
          </a:xfrm>
          <a:prstGeom prst="rect">
            <a:avLst/>
          </a:prstGeom>
          <a:noFill/>
          <a:ln/>
        </p:spPr>
        <p:txBody>
          <a:bodyPr wrap="square" lIns="0" tIns="0" rIns="0" bIns="0" rtlCol="0" anchor="ctr"/>
          <a:lstStyle/>
          <a:p>
            <a:pPr marL="0" indent="0" algn="l">
              <a:buNone/>
            </a:pPr>
            <a:r>
              <a:rPr lang="en-US" sz="3400" b="1" dirty="0">
                <a:solidFill>
                  <a:srgbClr val="C8B8A2"/>
                </a:solidFill>
                <a:latin typeface="Georgia" pitchFamily="34" charset="0"/>
                <a:ea typeface="Georgia" pitchFamily="34" charset="-122"/>
                <a:cs typeface="Georgia" pitchFamily="34" charset="-120"/>
              </a:rPr>
              <a:t>4</a:t>
            </a:r>
            <a:endParaRPr lang="en-US" sz="3400" dirty="0"/>
          </a:p>
        </p:txBody>
      </p:sp>
      <p:sp>
        <p:nvSpPr>
          <p:cNvPr id="18" name="Text 16"/>
          <p:cNvSpPr/>
          <p:nvPr/>
        </p:nvSpPr>
        <p:spPr>
          <a:xfrm>
            <a:off x="4645152" y="2212848"/>
            <a:ext cx="1325880" cy="347472"/>
          </a:xfrm>
          <a:prstGeom prst="rect">
            <a:avLst/>
          </a:prstGeom>
          <a:noFill/>
          <a:ln/>
        </p:spPr>
        <p:txBody>
          <a:bodyPr wrap="square" lIns="0" tIns="0" rIns="0" bIns="0" rtlCol="0" anchor="ctr"/>
          <a:lstStyle/>
          <a:p>
            <a:pPr marL="0" indent="0" algn="l">
              <a:buNone/>
            </a:pPr>
            <a:r>
              <a:rPr lang="en-US" sz="1300" b="1" dirty="0">
                <a:solidFill>
                  <a:srgbClr val="FFFFFF"/>
                </a:solidFill>
                <a:latin typeface="Georgia" pitchFamily="34" charset="0"/>
                <a:ea typeface="Georgia" pitchFamily="34" charset="-122"/>
                <a:cs typeface="Georgia" pitchFamily="34" charset="-120"/>
              </a:rPr>
              <a:t>Execute</a:t>
            </a:r>
            <a:endParaRPr lang="en-US" sz="1300" dirty="0"/>
          </a:p>
        </p:txBody>
      </p:sp>
      <p:sp>
        <p:nvSpPr>
          <p:cNvPr id="19" name="Text 17"/>
          <p:cNvSpPr/>
          <p:nvPr/>
        </p:nvSpPr>
        <p:spPr>
          <a:xfrm>
            <a:off x="4645152" y="2578608"/>
            <a:ext cx="1325880" cy="502920"/>
          </a:xfrm>
          <a:prstGeom prst="rect">
            <a:avLst/>
          </a:prstGeom>
          <a:noFill/>
          <a:ln/>
        </p:spPr>
        <p:txBody>
          <a:bodyPr wrap="square" lIns="0" tIns="0" rIns="0" bIns="0" rtlCol="0" anchor="ctr"/>
          <a:lstStyle/>
          <a:p>
            <a:pPr marL="0" indent="0" algn="l">
              <a:buNone/>
            </a:pPr>
            <a:r>
              <a:rPr lang="en-US" sz="1000" dirty="0">
                <a:solidFill>
                  <a:srgbClr val="8A8070"/>
                </a:solidFill>
                <a:latin typeface="Trebuchet MS" pitchFamily="34" charset="0"/>
                <a:ea typeface="Trebuchet MS" pitchFamily="34" charset="-122"/>
                <a:cs typeface="Trebuchet MS" pitchFamily="34" charset="-120"/>
              </a:rPr>
              <a:t>@Test methods run</a:t>
            </a:r>
            <a:endParaRPr lang="en-US" sz="1000" dirty="0"/>
          </a:p>
        </p:txBody>
      </p:sp>
      <p:sp>
        <p:nvSpPr>
          <p:cNvPr id="20" name="Shape 18"/>
          <p:cNvSpPr/>
          <p:nvPr/>
        </p:nvSpPr>
        <p:spPr>
          <a:xfrm>
            <a:off x="6016752" y="1810512"/>
            <a:ext cx="91440" cy="91440"/>
          </a:xfrm>
          <a:prstGeom prst="ellipse">
            <a:avLst/>
          </a:prstGeom>
          <a:solidFill>
            <a:srgbClr val="8A8070">
              <a:alpha val="70000"/>
            </a:srgbClr>
          </a:solidFill>
          <a:ln/>
        </p:spPr>
        <p:txBody>
          <a:bodyPr/>
          <a:lstStyle/>
          <a:p>
            <a:endParaRPr lang="en-US"/>
          </a:p>
        </p:txBody>
      </p:sp>
      <p:sp>
        <p:nvSpPr>
          <p:cNvPr id="21" name="Text 19"/>
          <p:cNvSpPr/>
          <p:nvPr/>
        </p:nvSpPr>
        <p:spPr>
          <a:xfrm>
            <a:off x="6108192" y="1572768"/>
            <a:ext cx="502920" cy="594360"/>
          </a:xfrm>
          <a:prstGeom prst="rect">
            <a:avLst/>
          </a:prstGeom>
          <a:noFill/>
          <a:ln/>
        </p:spPr>
        <p:txBody>
          <a:bodyPr wrap="square" lIns="0" tIns="0" rIns="0" bIns="0" rtlCol="0" anchor="ctr"/>
          <a:lstStyle/>
          <a:p>
            <a:pPr marL="0" indent="0" algn="l">
              <a:buNone/>
            </a:pPr>
            <a:r>
              <a:rPr lang="en-US" sz="3400" b="1" dirty="0">
                <a:solidFill>
                  <a:srgbClr val="E8572A"/>
                </a:solidFill>
                <a:latin typeface="Georgia" pitchFamily="34" charset="0"/>
                <a:ea typeface="Georgia" pitchFamily="34" charset="-122"/>
                <a:cs typeface="Georgia" pitchFamily="34" charset="-120"/>
              </a:rPr>
              <a:t>5</a:t>
            </a:r>
            <a:endParaRPr lang="en-US" sz="3400" dirty="0"/>
          </a:p>
        </p:txBody>
      </p:sp>
      <p:sp>
        <p:nvSpPr>
          <p:cNvPr id="22" name="Text 20"/>
          <p:cNvSpPr/>
          <p:nvPr/>
        </p:nvSpPr>
        <p:spPr>
          <a:xfrm>
            <a:off x="6108192" y="2212848"/>
            <a:ext cx="1325880" cy="347472"/>
          </a:xfrm>
          <a:prstGeom prst="rect">
            <a:avLst/>
          </a:prstGeom>
          <a:noFill/>
          <a:ln/>
        </p:spPr>
        <p:txBody>
          <a:bodyPr wrap="square" lIns="0" tIns="0" rIns="0" bIns="0" rtlCol="0" anchor="ctr"/>
          <a:lstStyle/>
          <a:p>
            <a:pPr marL="0" indent="0" algn="l">
              <a:buNone/>
            </a:pPr>
            <a:r>
              <a:rPr lang="en-US" sz="1300" b="1" dirty="0">
                <a:solidFill>
                  <a:srgbClr val="FFFFFF"/>
                </a:solidFill>
                <a:latin typeface="Georgia" pitchFamily="34" charset="0"/>
                <a:ea typeface="Georgia" pitchFamily="34" charset="-122"/>
                <a:cs typeface="Georgia" pitchFamily="34" charset="-120"/>
              </a:rPr>
              <a:t>Assert</a:t>
            </a:r>
            <a:endParaRPr lang="en-US" sz="1300" dirty="0"/>
          </a:p>
        </p:txBody>
      </p:sp>
      <p:sp>
        <p:nvSpPr>
          <p:cNvPr id="23" name="Text 21"/>
          <p:cNvSpPr/>
          <p:nvPr/>
        </p:nvSpPr>
        <p:spPr>
          <a:xfrm>
            <a:off x="6108192" y="2578608"/>
            <a:ext cx="1325880" cy="502920"/>
          </a:xfrm>
          <a:prstGeom prst="rect">
            <a:avLst/>
          </a:prstGeom>
          <a:noFill/>
          <a:ln/>
        </p:spPr>
        <p:txBody>
          <a:bodyPr wrap="square" lIns="0" tIns="0" rIns="0" bIns="0" rtlCol="0" anchor="ctr"/>
          <a:lstStyle/>
          <a:p>
            <a:pPr marL="0" indent="0" algn="l">
              <a:buNone/>
            </a:pPr>
            <a:r>
              <a:rPr lang="en-US" sz="1000" dirty="0">
                <a:solidFill>
                  <a:srgbClr val="8A8070"/>
                </a:solidFill>
                <a:latin typeface="Trebuchet MS" pitchFamily="34" charset="0"/>
                <a:ea typeface="Trebuchet MS" pitchFamily="34" charset="-122"/>
                <a:cs typeface="Trebuchet MS" pitchFamily="34" charset="-120"/>
              </a:rPr>
              <a:t>Verify expected outcomes</a:t>
            </a:r>
            <a:endParaRPr lang="en-US" sz="1000" dirty="0"/>
          </a:p>
        </p:txBody>
      </p:sp>
      <p:sp>
        <p:nvSpPr>
          <p:cNvPr id="24" name="Shape 22"/>
          <p:cNvSpPr/>
          <p:nvPr/>
        </p:nvSpPr>
        <p:spPr>
          <a:xfrm>
            <a:off x="7479792" y="1810512"/>
            <a:ext cx="91440" cy="91440"/>
          </a:xfrm>
          <a:prstGeom prst="ellipse">
            <a:avLst/>
          </a:prstGeom>
          <a:solidFill>
            <a:srgbClr val="8A8070">
              <a:alpha val="70000"/>
            </a:srgbClr>
          </a:solidFill>
          <a:ln/>
        </p:spPr>
        <p:txBody>
          <a:bodyPr/>
          <a:lstStyle/>
          <a:p>
            <a:endParaRPr lang="en-US"/>
          </a:p>
        </p:txBody>
      </p:sp>
      <p:sp>
        <p:nvSpPr>
          <p:cNvPr id="25" name="Text 23"/>
          <p:cNvSpPr/>
          <p:nvPr/>
        </p:nvSpPr>
        <p:spPr>
          <a:xfrm>
            <a:off x="7571232" y="1572768"/>
            <a:ext cx="502920" cy="594360"/>
          </a:xfrm>
          <a:prstGeom prst="rect">
            <a:avLst/>
          </a:prstGeom>
          <a:noFill/>
          <a:ln/>
        </p:spPr>
        <p:txBody>
          <a:bodyPr wrap="square" lIns="0" tIns="0" rIns="0" bIns="0" rtlCol="0" anchor="ctr"/>
          <a:lstStyle/>
          <a:p>
            <a:pPr marL="0" indent="0" algn="l">
              <a:buNone/>
            </a:pPr>
            <a:r>
              <a:rPr lang="en-US" sz="3400" b="1" dirty="0">
                <a:solidFill>
                  <a:srgbClr val="C8B8A2"/>
                </a:solidFill>
                <a:latin typeface="Georgia" pitchFamily="34" charset="0"/>
                <a:ea typeface="Georgia" pitchFamily="34" charset="-122"/>
                <a:cs typeface="Georgia" pitchFamily="34" charset="-120"/>
              </a:rPr>
              <a:t>6</a:t>
            </a:r>
            <a:endParaRPr lang="en-US" sz="3400" dirty="0"/>
          </a:p>
        </p:txBody>
      </p:sp>
      <p:sp>
        <p:nvSpPr>
          <p:cNvPr id="26" name="Text 24"/>
          <p:cNvSpPr/>
          <p:nvPr/>
        </p:nvSpPr>
        <p:spPr>
          <a:xfrm>
            <a:off x="7571232" y="2212848"/>
            <a:ext cx="1325880" cy="347472"/>
          </a:xfrm>
          <a:prstGeom prst="rect">
            <a:avLst/>
          </a:prstGeom>
          <a:noFill/>
          <a:ln/>
        </p:spPr>
        <p:txBody>
          <a:bodyPr wrap="square" lIns="0" tIns="0" rIns="0" bIns="0" rtlCol="0" anchor="ctr"/>
          <a:lstStyle/>
          <a:p>
            <a:pPr marL="0" indent="0" algn="l">
              <a:buNone/>
            </a:pPr>
            <a:r>
              <a:rPr lang="en-US" sz="1300" b="1" dirty="0">
                <a:solidFill>
                  <a:srgbClr val="FFFFFF"/>
                </a:solidFill>
                <a:latin typeface="Georgia" pitchFamily="34" charset="0"/>
                <a:ea typeface="Georgia" pitchFamily="34" charset="-122"/>
                <a:cs typeface="Georgia" pitchFamily="34" charset="-120"/>
              </a:rPr>
              <a:t>Report</a:t>
            </a:r>
            <a:endParaRPr lang="en-US" sz="1300" dirty="0"/>
          </a:p>
        </p:txBody>
      </p:sp>
      <p:sp>
        <p:nvSpPr>
          <p:cNvPr id="27" name="Text 25"/>
          <p:cNvSpPr/>
          <p:nvPr/>
        </p:nvSpPr>
        <p:spPr>
          <a:xfrm>
            <a:off x="7571232" y="2578608"/>
            <a:ext cx="1325880" cy="502920"/>
          </a:xfrm>
          <a:prstGeom prst="rect">
            <a:avLst/>
          </a:prstGeom>
          <a:noFill/>
          <a:ln/>
        </p:spPr>
        <p:txBody>
          <a:bodyPr wrap="square" lIns="0" tIns="0" rIns="0" bIns="0" rtlCol="0" anchor="ctr"/>
          <a:lstStyle/>
          <a:p>
            <a:pPr marL="0" indent="0" algn="l">
              <a:buNone/>
            </a:pPr>
            <a:r>
              <a:rPr lang="en-US" sz="1000" dirty="0">
                <a:solidFill>
                  <a:srgbClr val="8A8070"/>
                </a:solidFill>
                <a:latin typeface="Trebuchet MS" pitchFamily="34" charset="0"/>
                <a:ea typeface="Trebuchet MS" pitchFamily="34" charset="-122"/>
                <a:cs typeface="Trebuchet MS" pitchFamily="34" charset="-120"/>
              </a:rPr>
              <a:t>@AfterClass closes browser</a:t>
            </a:r>
            <a:endParaRPr lang="en-US" sz="1000" dirty="0"/>
          </a:p>
        </p:txBody>
      </p:sp>
      <p:sp>
        <p:nvSpPr>
          <p:cNvPr id="28" name="Shape 26"/>
          <p:cNvSpPr/>
          <p:nvPr/>
        </p:nvSpPr>
        <p:spPr>
          <a:xfrm>
            <a:off x="256032" y="3246120"/>
            <a:ext cx="8595360" cy="27432"/>
          </a:xfrm>
          <a:prstGeom prst="rect">
            <a:avLst/>
          </a:prstGeom>
          <a:solidFill>
            <a:srgbClr val="2D3561"/>
          </a:solidFill>
          <a:ln/>
        </p:spPr>
        <p:txBody>
          <a:bodyPr/>
          <a:lstStyle/>
          <a:p>
            <a:endParaRPr lang="en-US"/>
          </a:p>
        </p:txBody>
      </p:sp>
      <p:sp>
        <p:nvSpPr>
          <p:cNvPr id="29" name="Text 27"/>
          <p:cNvSpPr/>
          <p:nvPr/>
        </p:nvSpPr>
        <p:spPr>
          <a:xfrm>
            <a:off x="502920" y="3429000"/>
            <a:ext cx="2286000" cy="292608"/>
          </a:xfrm>
          <a:prstGeom prst="rect">
            <a:avLst/>
          </a:prstGeom>
          <a:noFill/>
          <a:ln/>
        </p:spPr>
        <p:txBody>
          <a:bodyPr wrap="square" lIns="0" tIns="0" rIns="0" bIns="0" rtlCol="0" anchor="ctr"/>
          <a:lstStyle/>
          <a:p>
            <a:pPr marL="0" indent="0" algn="l">
              <a:buNone/>
            </a:pPr>
            <a:r>
              <a:rPr lang="en-US" sz="1000" b="1" kern="0" spc="200" dirty="0">
                <a:solidFill>
                  <a:srgbClr val="C8B8A2"/>
                </a:solidFill>
                <a:latin typeface="Trebuchet MS" pitchFamily="34" charset="0"/>
                <a:ea typeface="Trebuchet MS" pitchFamily="34" charset="-122"/>
                <a:cs typeface="Trebuchet MS" pitchFamily="34" charset="-120"/>
              </a:rPr>
              <a:t>Test Classes</a:t>
            </a:r>
            <a:endParaRPr lang="en-US" sz="1000" dirty="0"/>
          </a:p>
        </p:txBody>
      </p:sp>
      <p:sp>
        <p:nvSpPr>
          <p:cNvPr id="30" name="Text 28"/>
          <p:cNvSpPr/>
          <p:nvPr/>
        </p:nvSpPr>
        <p:spPr>
          <a:xfrm>
            <a:off x="502920" y="3794760"/>
            <a:ext cx="2103120" cy="292608"/>
          </a:xfrm>
          <a:prstGeom prst="rect">
            <a:avLst/>
          </a:prstGeom>
          <a:noFill/>
          <a:ln/>
        </p:spPr>
        <p:txBody>
          <a:bodyPr wrap="square" lIns="0" tIns="0" rIns="0" bIns="0" rtlCol="0" anchor="ctr"/>
          <a:lstStyle/>
          <a:p>
            <a:pPr marL="0" indent="0" algn="l">
              <a:buNone/>
            </a:pPr>
            <a:r>
              <a:rPr lang="en-US" sz="1000" dirty="0">
                <a:solidFill>
                  <a:srgbClr val="8A8070"/>
                </a:solidFill>
                <a:latin typeface="Trebuchet MS" pitchFamily="34" charset="0"/>
                <a:ea typeface="Trebuchet MS" pitchFamily="34" charset="-122"/>
                <a:cs typeface="Trebuchet MS" pitchFamily="34" charset="-120"/>
              </a:rPr>
              <a:t>— AmazonHomePageTest</a:t>
            </a:r>
            <a:endParaRPr lang="en-US" sz="1000" dirty="0"/>
          </a:p>
        </p:txBody>
      </p:sp>
      <p:sp>
        <p:nvSpPr>
          <p:cNvPr id="31" name="Text 29"/>
          <p:cNvSpPr/>
          <p:nvPr/>
        </p:nvSpPr>
        <p:spPr>
          <a:xfrm>
            <a:off x="2660904" y="3794760"/>
            <a:ext cx="2103120" cy="292608"/>
          </a:xfrm>
          <a:prstGeom prst="rect">
            <a:avLst/>
          </a:prstGeom>
          <a:noFill/>
          <a:ln/>
        </p:spPr>
        <p:txBody>
          <a:bodyPr wrap="square" lIns="0" tIns="0" rIns="0" bIns="0" rtlCol="0" anchor="ctr"/>
          <a:lstStyle/>
          <a:p>
            <a:pPr marL="0" indent="0" algn="l">
              <a:buNone/>
            </a:pPr>
            <a:r>
              <a:rPr lang="en-US" sz="1000" dirty="0">
                <a:solidFill>
                  <a:srgbClr val="8A8070"/>
                </a:solidFill>
                <a:latin typeface="Trebuchet MS" pitchFamily="34" charset="0"/>
                <a:ea typeface="Trebuchet MS" pitchFamily="34" charset="-122"/>
                <a:cs typeface="Trebuchet MS" pitchFamily="34" charset="-120"/>
              </a:rPr>
              <a:t>— AmazonSearchTest</a:t>
            </a:r>
            <a:endParaRPr lang="en-US" sz="1000" dirty="0"/>
          </a:p>
        </p:txBody>
      </p:sp>
      <p:sp>
        <p:nvSpPr>
          <p:cNvPr id="32" name="Text 30"/>
          <p:cNvSpPr/>
          <p:nvPr/>
        </p:nvSpPr>
        <p:spPr>
          <a:xfrm>
            <a:off x="4818888" y="3794760"/>
            <a:ext cx="2103120" cy="292608"/>
          </a:xfrm>
          <a:prstGeom prst="rect">
            <a:avLst/>
          </a:prstGeom>
          <a:noFill/>
          <a:ln/>
        </p:spPr>
        <p:txBody>
          <a:bodyPr wrap="square" lIns="0" tIns="0" rIns="0" bIns="0" rtlCol="0" anchor="ctr"/>
          <a:lstStyle/>
          <a:p>
            <a:pPr marL="0" indent="0" algn="l">
              <a:buNone/>
            </a:pPr>
            <a:r>
              <a:rPr lang="en-US" sz="1000" dirty="0">
                <a:solidFill>
                  <a:srgbClr val="8A8070"/>
                </a:solidFill>
                <a:latin typeface="Trebuchet MS" pitchFamily="34" charset="0"/>
                <a:ea typeface="Trebuchet MS" pitchFamily="34" charset="-122"/>
                <a:cs typeface="Trebuchet MS" pitchFamily="34" charset="-120"/>
              </a:rPr>
              <a:t>— AmazonProductPageTest</a:t>
            </a:r>
            <a:endParaRPr lang="en-US" sz="1000" dirty="0"/>
          </a:p>
        </p:txBody>
      </p:sp>
      <p:sp>
        <p:nvSpPr>
          <p:cNvPr id="33" name="Text 31"/>
          <p:cNvSpPr/>
          <p:nvPr/>
        </p:nvSpPr>
        <p:spPr>
          <a:xfrm>
            <a:off x="6976872" y="3794760"/>
            <a:ext cx="2103120" cy="292608"/>
          </a:xfrm>
          <a:prstGeom prst="rect">
            <a:avLst/>
          </a:prstGeom>
          <a:noFill/>
          <a:ln/>
        </p:spPr>
        <p:txBody>
          <a:bodyPr wrap="square" lIns="0" tIns="0" rIns="0" bIns="0" rtlCol="0" anchor="ctr"/>
          <a:lstStyle/>
          <a:p>
            <a:pPr marL="0" indent="0" algn="l">
              <a:buNone/>
            </a:pPr>
            <a:r>
              <a:rPr lang="en-US" sz="1000" dirty="0">
                <a:solidFill>
                  <a:srgbClr val="8A8070"/>
                </a:solidFill>
                <a:latin typeface="Trebuchet MS" pitchFamily="34" charset="0"/>
                <a:ea typeface="Trebuchet MS" pitchFamily="34" charset="-122"/>
                <a:cs typeface="Trebuchet MS" pitchFamily="34" charset="-120"/>
              </a:rPr>
              <a:t>— AmazonCartTest</a:t>
            </a:r>
            <a:endParaRPr lang="en-US" sz="1000" dirty="0"/>
          </a:p>
        </p:txBody>
      </p:sp>
      <p:sp>
        <p:nvSpPr>
          <p:cNvPr id="34" name="Text 32"/>
          <p:cNvSpPr/>
          <p:nvPr/>
        </p:nvSpPr>
        <p:spPr>
          <a:xfrm>
            <a:off x="502920" y="4142232"/>
            <a:ext cx="2103120" cy="292608"/>
          </a:xfrm>
          <a:prstGeom prst="rect">
            <a:avLst/>
          </a:prstGeom>
          <a:noFill/>
          <a:ln/>
        </p:spPr>
        <p:txBody>
          <a:bodyPr wrap="square" lIns="0" tIns="0" rIns="0" bIns="0" rtlCol="0" anchor="ctr"/>
          <a:lstStyle/>
          <a:p>
            <a:pPr marL="0" indent="0" algn="l">
              <a:buNone/>
            </a:pPr>
            <a:r>
              <a:rPr lang="en-US" sz="1000" dirty="0">
                <a:solidFill>
                  <a:srgbClr val="8A8070"/>
                </a:solidFill>
                <a:latin typeface="Trebuchet MS" pitchFamily="34" charset="0"/>
                <a:ea typeface="Trebuchet MS" pitchFamily="34" charset="-122"/>
                <a:cs typeface="Trebuchet MS" pitchFamily="34" charset="-120"/>
              </a:rPr>
              <a:t>— AmazonCategoryTest</a:t>
            </a:r>
            <a:endParaRPr lang="en-US" sz="1000" dirty="0"/>
          </a:p>
        </p:txBody>
      </p:sp>
      <p:sp>
        <p:nvSpPr>
          <p:cNvPr id="35" name="Text 33"/>
          <p:cNvSpPr/>
          <p:nvPr/>
        </p:nvSpPr>
        <p:spPr>
          <a:xfrm>
            <a:off x="2660904" y="4142232"/>
            <a:ext cx="2103120" cy="292608"/>
          </a:xfrm>
          <a:prstGeom prst="rect">
            <a:avLst/>
          </a:prstGeom>
          <a:noFill/>
          <a:ln/>
        </p:spPr>
        <p:txBody>
          <a:bodyPr wrap="square" lIns="0" tIns="0" rIns="0" bIns="0" rtlCol="0" anchor="ctr"/>
          <a:lstStyle/>
          <a:p>
            <a:pPr marL="0" indent="0" algn="l">
              <a:buNone/>
            </a:pPr>
            <a:r>
              <a:rPr lang="en-US" sz="1000" dirty="0">
                <a:solidFill>
                  <a:srgbClr val="8A8070"/>
                </a:solidFill>
                <a:latin typeface="Trebuchet MS" pitchFamily="34" charset="0"/>
                <a:ea typeface="Trebuchet MS" pitchFamily="34" charset="-122"/>
                <a:cs typeface="Trebuchet MS" pitchFamily="34" charset="-120"/>
              </a:rPr>
              <a:t>— AmazonNavigationMenuTest</a:t>
            </a:r>
            <a:endParaRPr lang="en-US" sz="1000" dirty="0"/>
          </a:p>
        </p:txBody>
      </p:sp>
      <p:sp>
        <p:nvSpPr>
          <p:cNvPr id="36" name="Text 34"/>
          <p:cNvSpPr/>
          <p:nvPr/>
        </p:nvSpPr>
        <p:spPr>
          <a:xfrm>
            <a:off x="4818888" y="4142232"/>
            <a:ext cx="2103120" cy="292608"/>
          </a:xfrm>
          <a:prstGeom prst="rect">
            <a:avLst/>
          </a:prstGeom>
          <a:noFill/>
          <a:ln/>
        </p:spPr>
        <p:txBody>
          <a:bodyPr wrap="square" lIns="0" tIns="0" rIns="0" bIns="0" rtlCol="0" anchor="ctr"/>
          <a:lstStyle/>
          <a:p>
            <a:pPr marL="0" indent="0" algn="l">
              <a:buNone/>
            </a:pPr>
            <a:r>
              <a:rPr lang="en-US" sz="1000" dirty="0">
                <a:solidFill>
                  <a:srgbClr val="8A8070"/>
                </a:solidFill>
                <a:latin typeface="Trebuchet MS" pitchFamily="34" charset="0"/>
                <a:ea typeface="Trebuchet MS" pitchFamily="34" charset="-122"/>
                <a:cs typeface="Trebuchet MS" pitchFamily="34" charset="-120"/>
              </a:rPr>
              <a:t>— AmazonFooterLinksTest</a:t>
            </a:r>
            <a:endParaRPr lang="en-US" sz="1000" dirty="0"/>
          </a:p>
        </p:txBody>
      </p:sp>
      <p:sp>
        <p:nvSpPr>
          <p:cNvPr id="37" name="Text 34">
            <a:extLst>
              <a:ext uri="{FF2B5EF4-FFF2-40B4-BE49-F238E27FC236}">
                <a16:creationId xmlns:a16="http://schemas.microsoft.com/office/drawing/2014/main" id="{CD460193-3F03-69A7-17C6-E7AF112F185F}"/>
              </a:ext>
            </a:extLst>
          </p:cNvPr>
          <p:cNvSpPr/>
          <p:nvPr/>
        </p:nvSpPr>
        <p:spPr>
          <a:xfrm>
            <a:off x="6976872" y="4124921"/>
            <a:ext cx="2103120" cy="292608"/>
          </a:xfrm>
          <a:prstGeom prst="rect">
            <a:avLst/>
          </a:prstGeom>
          <a:noFill/>
          <a:ln/>
        </p:spPr>
        <p:txBody>
          <a:bodyPr wrap="square" lIns="0" tIns="0" rIns="0" bIns="0" rtlCol="0" anchor="ctr"/>
          <a:lstStyle/>
          <a:p>
            <a:pPr marL="0" indent="0" algn="l">
              <a:buNone/>
            </a:pPr>
            <a:r>
              <a:rPr lang="en-US" sz="1000" dirty="0">
                <a:solidFill>
                  <a:srgbClr val="8A8070"/>
                </a:solidFill>
                <a:latin typeface="Trebuchet MS" pitchFamily="34" charset="0"/>
                <a:ea typeface="Trebuchet MS" pitchFamily="34" charset="-122"/>
                <a:cs typeface="Trebuchet MS" pitchFamily="34" charset="-120"/>
              </a:rPr>
              <a:t>— </a:t>
            </a:r>
            <a:r>
              <a:rPr lang="en-US" sz="1000" dirty="0" err="1">
                <a:solidFill>
                  <a:srgbClr val="8A8070"/>
                </a:solidFill>
                <a:latin typeface="Trebuchet MS" pitchFamily="34" charset="0"/>
                <a:ea typeface="Trebuchet MS" pitchFamily="34" charset="-122"/>
                <a:cs typeface="Trebuchet MS" pitchFamily="34" charset="-120"/>
              </a:rPr>
              <a:t>AmazonLanguageRegionTest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572A"/>
          </a:solidFill>
          <a:ln/>
        </p:spPr>
        <p:txBody>
          <a:bodyPr/>
          <a:lstStyle/>
          <a:p>
            <a:endParaRPr lang="en-US"/>
          </a:p>
        </p:txBody>
      </p:sp>
      <p:sp>
        <p:nvSpPr>
          <p:cNvPr id="3" name="Text 1"/>
          <p:cNvSpPr/>
          <p:nvPr/>
        </p:nvSpPr>
        <p:spPr>
          <a:xfrm>
            <a:off x="502920" y="292608"/>
            <a:ext cx="4572000" cy="274320"/>
          </a:xfrm>
          <a:prstGeom prst="rect">
            <a:avLst/>
          </a:prstGeom>
          <a:noFill/>
          <a:ln/>
        </p:spPr>
        <p:txBody>
          <a:bodyPr wrap="square" lIns="0" tIns="0" rIns="0" bIns="0" rtlCol="0" anchor="ctr"/>
          <a:lstStyle/>
          <a:p>
            <a:pPr marL="0" indent="0" algn="l">
              <a:buNone/>
            </a:pPr>
            <a:r>
              <a:rPr lang="en-US" sz="1000" b="1" kern="0" spc="300" dirty="0">
                <a:solidFill>
                  <a:srgbClr val="E8572A"/>
                </a:solidFill>
                <a:latin typeface="Trebuchet MS" pitchFamily="34" charset="0"/>
                <a:ea typeface="Trebuchet MS" pitchFamily="34" charset="-122"/>
                <a:cs typeface="Trebuchet MS" pitchFamily="34" charset="-120"/>
              </a:rPr>
              <a:t>03 — CONTRIBUTIONS</a:t>
            </a:r>
            <a:endParaRPr lang="en-US" sz="1000" dirty="0"/>
          </a:p>
        </p:txBody>
      </p:sp>
      <p:sp>
        <p:nvSpPr>
          <p:cNvPr id="4" name="Text 2"/>
          <p:cNvSpPr/>
          <p:nvPr/>
        </p:nvSpPr>
        <p:spPr>
          <a:xfrm>
            <a:off x="502920" y="658368"/>
            <a:ext cx="8229600" cy="658368"/>
          </a:xfrm>
          <a:prstGeom prst="rect">
            <a:avLst/>
          </a:prstGeom>
          <a:noFill/>
          <a:ln/>
        </p:spPr>
        <p:txBody>
          <a:bodyPr wrap="square" lIns="0" tIns="0" rIns="0" bIns="0" rtlCol="0" anchor="ctr"/>
          <a:lstStyle/>
          <a:p>
            <a:pPr marL="0" indent="0" algn="l">
              <a:buNone/>
            </a:pPr>
            <a:r>
              <a:rPr lang="en-US" sz="3600" b="1" dirty="0">
                <a:solidFill>
                  <a:srgbClr val="1A1A2E"/>
                </a:solidFill>
                <a:latin typeface="Georgia" pitchFamily="34" charset="0"/>
                <a:ea typeface="Georgia" pitchFamily="34" charset="-122"/>
                <a:cs typeface="Georgia" pitchFamily="34" charset="-120"/>
              </a:rPr>
              <a:t>Who built what.</a:t>
            </a:r>
            <a:endParaRPr lang="en-US" sz="3600" dirty="0"/>
          </a:p>
        </p:txBody>
      </p:sp>
      <p:sp>
        <p:nvSpPr>
          <p:cNvPr id="5" name="Shape 3"/>
          <p:cNvSpPr/>
          <p:nvPr/>
        </p:nvSpPr>
        <p:spPr>
          <a:xfrm>
            <a:off x="502920" y="1508760"/>
            <a:ext cx="36576" cy="3200400"/>
          </a:xfrm>
          <a:prstGeom prst="rect">
            <a:avLst/>
          </a:prstGeom>
          <a:solidFill>
            <a:srgbClr val="E8572A"/>
          </a:solidFill>
          <a:ln/>
        </p:spPr>
        <p:txBody>
          <a:bodyPr/>
          <a:lstStyle/>
          <a:p>
            <a:endParaRPr lang="en-US"/>
          </a:p>
        </p:txBody>
      </p:sp>
      <p:sp>
        <p:nvSpPr>
          <p:cNvPr id="6" name="Text 4"/>
          <p:cNvSpPr/>
          <p:nvPr/>
        </p:nvSpPr>
        <p:spPr>
          <a:xfrm>
            <a:off x="713232" y="1508760"/>
            <a:ext cx="3657600" cy="438912"/>
          </a:xfrm>
          <a:prstGeom prst="rect">
            <a:avLst/>
          </a:prstGeom>
          <a:noFill/>
          <a:ln/>
        </p:spPr>
        <p:txBody>
          <a:bodyPr wrap="square" lIns="0" tIns="0" rIns="0" bIns="0" rtlCol="0" anchor="ctr"/>
          <a:lstStyle/>
          <a:p>
            <a:pPr marL="0" indent="0" algn="l">
              <a:buNone/>
            </a:pPr>
            <a:r>
              <a:rPr lang="en-US" sz="2200" b="1" dirty="0">
                <a:solidFill>
                  <a:srgbClr val="1A1A2E"/>
                </a:solidFill>
                <a:latin typeface="Georgia" pitchFamily="34" charset="0"/>
                <a:ea typeface="Georgia" pitchFamily="34" charset="-122"/>
                <a:cs typeface="Georgia" pitchFamily="34" charset="-120"/>
              </a:rPr>
              <a:t>Lujens Pierre</a:t>
            </a:r>
            <a:endParaRPr lang="en-US" sz="2200" dirty="0"/>
          </a:p>
        </p:txBody>
      </p:sp>
      <p:sp>
        <p:nvSpPr>
          <p:cNvPr id="8" name="Text 6"/>
          <p:cNvSpPr/>
          <p:nvPr/>
        </p:nvSpPr>
        <p:spPr>
          <a:xfrm>
            <a:off x="713232" y="2395728"/>
            <a:ext cx="3657600" cy="329184"/>
          </a:xfrm>
          <a:prstGeom prst="rect">
            <a:avLst/>
          </a:prstGeom>
          <a:noFill/>
          <a:ln/>
        </p:spPr>
        <p:txBody>
          <a:bodyPr wrap="square" lIns="0" tIns="0" rIns="0" bIns="0" rtlCol="0" anchor="ctr"/>
          <a:lstStyle/>
          <a:p>
            <a:pPr marL="0" indent="0" algn="l">
              <a:buNone/>
            </a:pPr>
            <a:r>
              <a:rPr lang="en-US" sz="1250" dirty="0">
                <a:solidFill>
                  <a:srgbClr val="3A3A3A"/>
                </a:solidFill>
                <a:latin typeface="Trebuchet MS" pitchFamily="34" charset="0"/>
                <a:ea typeface="Trebuchet MS" pitchFamily="34" charset="-122"/>
                <a:cs typeface="Trebuchet MS" pitchFamily="34" charset="-120"/>
              </a:rPr>
              <a:t>– Full test suite review &amp; debugging</a:t>
            </a:r>
            <a:endParaRPr lang="en-US" sz="1250" dirty="0"/>
          </a:p>
        </p:txBody>
      </p:sp>
      <p:sp>
        <p:nvSpPr>
          <p:cNvPr id="9" name="Text 7"/>
          <p:cNvSpPr/>
          <p:nvPr/>
        </p:nvSpPr>
        <p:spPr>
          <a:xfrm>
            <a:off x="713232" y="2779776"/>
            <a:ext cx="3657600" cy="329184"/>
          </a:xfrm>
          <a:prstGeom prst="rect">
            <a:avLst/>
          </a:prstGeom>
          <a:noFill/>
          <a:ln/>
        </p:spPr>
        <p:txBody>
          <a:bodyPr wrap="square" lIns="0" tIns="0" rIns="0" bIns="0" rtlCol="0" anchor="ctr"/>
          <a:lstStyle/>
          <a:p>
            <a:pPr marL="0" indent="0" algn="l">
              <a:buNone/>
            </a:pPr>
            <a:r>
              <a:rPr lang="en-US" sz="1250" dirty="0">
                <a:solidFill>
                  <a:srgbClr val="3A3A3A"/>
                </a:solidFill>
                <a:latin typeface="Trebuchet MS" pitchFamily="34" charset="0"/>
                <a:ea typeface="Trebuchet MS" pitchFamily="34" charset="-122"/>
                <a:cs typeface="Trebuchet MS" pitchFamily="34" charset="-120"/>
              </a:rPr>
              <a:t>– AmazonCartTest — add-to-cart flow</a:t>
            </a:r>
            <a:endParaRPr lang="en-US" sz="1250" dirty="0"/>
          </a:p>
        </p:txBody>
      </p:sp>
      <p:sp>
        <p:nvSpPr>
          <p:cNvPr id="10" name="Text 8"/>
          <p:cNvSpPr/>
          <p:nvPr/>
        </p:nvSpPr>
        <p:spPr>
          <a:xfrm>
            <a:off x="713232" y="3163824"/>
            <a:ext cx="3657600" cy="329184"/>
          </a:xfrm>
          <a:prstGeom prst="rect">
            <a:avLst/>
          </a:prstGeom>
          <a:noFill/>
          <a:ln/>
        </p:spPr>
        <p:txBody>
          <a:bodyPr wrap="square" lIns="0" tIns="0" rIns="0" bIns="0" rtlCol="0" anchor="ctr"/>
          <a:lstStyle/>
          <a:p>
            <a:pPr marL="0" indent="0" algn="l">
              <a:buNone/>
            </a:pPr>
            <a:r>
              <a:rPr lang="en-US" sz="1250" dirty="0">
                <a:solidFill>
                  <a:srgbClr val="3A3A3A"/>
                </a:solidFill>
                <a:latin typeface="Trebuchet MS" pitchFamily="34" charset="0"/>
                <a:ea typeface="Trebuchet MS" pitchFamily="34" charset="-122"/>
                <a:cs typeface="Trebuchet MS" pitchFamily="34" charset="-120"/>
              </a:rPr>
              <a:t>– Chrome profile automation setup</a:t>
            </a:r>
            <a:endParaRPr lang="en-US" sz="1250" dirty="0"/>
          </a:p>
        </p:txBody>
      </p:sp>
      <p:sp>
        <p:nvSpPr>
          <p:cNvPr id="11" name="Text 9"/>
          <p:cNvSpPr/>
          <p:nvPr/>
        </p:nvSpPr>
        <p:spPr>
          <a:xfrm>
            <a:off x="713232" y="3547872"/>
            <a:ext cx="3657600" cy="329184"/>
          </a:xfrm>
          <a:prstGeom prst="rect">
            <a:avLst/>
          </a:prstGeom>
          <a:noFill/>
          <a:ln/>
        </p:spPr>
        <p:txBody>
          <a:bodyPr wrap="square" lIns="0" tIns="0" rIns="0" bIns="0" rtlCol="0" anchor="ctr"/>
          <a:lstStyle/>
          <a:p>
            <a:pPr marL="0" indent="0" algn="l">
              <a:buNone/>
            </a:pPr>
            <a:r>
              <a:rPr lang="en-US" sz="1250" dirty="0">
                <a:solidFill>
                  <a:srgbClr val="3A3A3A"/>
                </a:solidFill>
                <a:latin typeface="Trebuchet MS" pitchFamily="34" charset="0"/>
                <a:ea typeface="Trebuchet MS" pitchFamily="34" charset="-122"/>
                <a:cs typeface="Trebuchet MS" pitchFamily="34" charset="-120"/>
              </a:rPr>
              <a:t>– PowerPoint &amp; demo walkthrough</a:t>
            </a:r>
            <a:endParaRPr lang="en-US" sz="1250" dirty="0"/>
          </a:p>
        </p:txBody>
      </p:sp>
      <p:sp>
        <p:nvSpPr>
          <p:cNvPr id="12" name="Shape 10"/>
          <p:cNvSpPr/>
          <p:nvPr/>
        </p:nvSpPr>
        <p:spPr>
          <a:xfrm>
            <a:off x="4572000" y="1508760"/>
            <a:ext cx="27432" cy="3200400"/>
          </a:xfrm>
          <a:prstGeom prst="rect">
            <a:avLst/>
          </a:prstGeom>
          <a:solidFill>
            <a:srgbClr val="EDE8E0"/>
          </a:solidFill>
          <a:ln/>
        </p:spPr>
        <p:txBody>
          <a:bodyPr/>
          <a:lstStyle/>
          <a:p>
            <a:endParaRPr lang="en-US"/>
          </a:p>
        </p:txBody>
      </p:sp>
      <p:sp>
        <p:nvSpPr>
          <p:cNvPr id="13" name="Shape 11"/>
          <p:cNvSpPr/>
          <p:nvPr/>
        </p:nvSpPr>
        <p:spPr>
          <a:xfrm>
            <a:off x="4846320" y="1508760"/>
            <a:ext cx="36576" cy="3200400"/>
          </a:xfrm>
          <a:prstGeom prst="rect">
            <a:avLst/>
          </a:prstGeom>
          <a:solidFill>
            <a:srgbClr val="2D3561"/>
          </a:solidFill>
          <a:ln/>
        </p:spPr>
        <p:txBody>
          <a:bodyPr/>
          <a:lstStyle/>
          <a:p>
            <a:endParaRPr lang="en-US"/>
          </a:p>
        </p:txBody>
      </p:sp>
      <p:sp>
        <p:nvSpPr>
          <p:cNvPr id="14" name="Text 12"/>
          <p:cNvSpPr/>
          <p:nvPr/>
        </p:nvSpPr>
        <p:spPr>
          <a:xfrm>
            <a:off x="5047488" y="1508760"/>
            <a:ext cx="3749040" cy="438912"/>
          </a:xfrm>
          <a:prstGeom prst="rect">
            <a:avLst/>
          </a:prstGeom>
          <a:noFill/>
          <a:ln/>
        </p:spPr>
        <p:txBody>
          <a:bodyPr wrap="square" lIns="0" tIns="0" rIns="0" bIns="0" rtlCol="0" anchor="ctr"/>
          <a:lstStyle/>
          <a:p>
            <a:pPr marL="0" indent="0" algn="l">
              <a:buNone/>
            </a:pPr>
            <a:r>
              <a:rPr lang="en-US" sz="2200" b="1" dirty="0">
                <a:solidFill>
                  <a:srgbClr val="1A1A2E"/>
                </a:solidFill>
                <a:latin typeface="Georgia" pitchFamily="34" charset="0"/>
                <a:ea typeface="Georgia" pitchFamily="34" charset="-122"/>
                <a:cs typeface="Georgia" pitchFamily="34" charset="-120"/>
              </a:rPr>
              <a:t>Micah Hodges</a:t>
            </a:r>
            <a:endParaRPr lang="en-US" sz="2200" dirty="0"/>
          </a:p>
        </p:txBody>
      </p:sp>
      <p:sp>
        <p:nvSpPr>
          <p:cNvPr id="16" name="Text 14"/>
          <p:cNvSpPr/>
          <p:nvPr/>
        </p:nvSpPr>
        <p:spPr>
          <a:xfrm>
            <a:off x="5047488" y="2395728"/>
            <a:ext cx="3749040" cy="329184"/>
          </a:xfrm>
          <a:prstGeom prst="rect">
            <a:avLst/>
          </a:prstGeom>
          <a:noFill/>
          <a:ln/>
        </p:spPr>
        <p:txBody>
          <a:bodyPr wrap="square" lIns="0" tIns="0" rIns="0" bIns="0" rtlCol="0" anchor="ctr"/>
          <a:lstStyle/>
          <a:p>
            <a:pPr marL="0" indent="0" algn="l">
              <a:buNone/>
            </a:pPr>
            <a:r>
              <a:rPr lang="en-US" sz="1250" dirty="0">
                <a:solidFill>
                  <a:srgbClr val="3A3A3A"/>
                </a:solidFill>
                <a:latin typeface="Trebuchet MS" pitchFamily="34" charset="0"/>
                <a:ea typeface="Trebuchet MS" pitchFamily="34" charset="-122"/>
                <a:cs typeface="Trebuchet MS" pitchFamily="34" charset="-120"/>
              </a:rPr>
              <a:t>– AmazonSearchTest &amp; AmazonProductPageTest</a:t>
            </a:r>
            <a:endParaRPr lang="en-US" sz="1250" dirty="0"/>
          </a:p>
        </p:txBody>
      </p:sp>
      <p:sp>
        <p:nvSpPr>
          <p:cNvPr id="17" name="Text 15"/>
          <p:cNvSpPr/>
          <p:nvPr/>
        </p:nvSpPr>
        <p:spPr>
          <a:xfrm>
            <a:off x="5047488" y="2779776"/>
            <a:ext cx="3749040" cy="329184"/>
          </a:xfrm>
          <a:prstGeom prst="rect">
            <a:avLst/>
          </a:prstGeom>
          <a:noFill/>
          <a:ln/>
        </p:spPr>
        <p:txBody>
          <a:bodyPr wrap="square" lIns="0" tIns="0" rIns="0" bIns="0" rtlCol="0" anchor="ctr"/>
          <a:lstStyle/>
          <a:p>
            <a:pPr marL="0" indent="0" algn="l">
              <a:buNone/>
            </a:pPr>
            <a:r>
              <a:rPr lang="en-US" sz="1250" dirty="0">
                <a:solidFill>
                  <a:srgbClr val="3A3A3A"/>
                </a:solidFill>
                <a:latin typeface="Trebuchet MS" pitchFamily="34" charset="0"/>
                <a:ea typeface="Trebuchet MS" pitchFamily="34" charset="-122"/>
                <a:cs typeface="Trebuchet MS" pitchFamily="34" charset="-120"/>
              </a:rPr>
              <a:t>– AmazonHomePageTest &amp; AmazonCartTest</a:t>
            </a:r>
            <a:endParaRPr lang="en-US" sz="1250" dirty="0"/>
          </a:p>
        </p:txBody>
      </p:sp>
      <p:sp>
        <p:nvSpPr>
          <p:cNvPr id="18" name="Text 16"/>
          <p:cNvSpPr/>
          <p:nvPr/>
        </p:nvSpPr>
        <p:spPr>
          <a:xfrm>
            <a:off x="5047488" y="3163824"/>
            <a:ext cx="3749040" cy="329184"/>
          </a:xfrm>
          <a:prstGeom prst="rect">
            <a:avLst/>
          </a:prstGeom>
          <a:noFill/>
          <a:ln/>
        </p:spPr>
        <p:txBody>
          <a:bodyPr wrap="square" lIns="0" tIns="0" rIns="0" bIns="0" rtlCol="0" anchor="ctr"/>
          <a:lstStyle/>
          <a:p>
            <a:pPr marL="0" indent="0" algn="l">
              <a:buNone/>
            </a:pPr>
            <a:r>
              <a:rPr lang="en-US" sz="1250" dirty="0">
                <a:solidFill>
                  <a:srgbClr val="3A3A3A"/>
                </a:solidFill>
                <a:latin typeface="Trebuchet MS" pitchFamily="34" charset="0"/>
                <a:ea typeface="Trebuchet MS" pitchFamily="34" charset="-122"/>
                <a:cs typeface="Trebuchet MS" pitchFamily="34" charset="-120"/>
              </a:rPr>
              <a:t>– AmazonCategoryTest &amp; AmazonNavigationMenuTest</a:t>
            </a:r>
            <a:endParaRPr lang="en-US" sz="1250" dirty="0"/>
          </a:p>
        </p:txBody>
      </p:sp>
      <p:sp>
        <p:nvSpPr>
          <p:cNvPr id="19" name="Text 17"/>
          <p:cNvSpPr/>
          <p:nvPr/>
        </p:nvSpPr>
        <p:spPr>
          <a:xfrm>
            <a:off x="5047488" y="3547872"/>
            <a:ext cx="3749040" cy="329184"/>
          </a:xfrm>
          <a:prstGeom prst="rect">
            <a:avLst/>
          </a:prstGeom>
          <a:noFill/>
          <a:ln/>
        </p:spPr>
        <p:txBody>
          <a:bodyPr wrap="square" lIns="0" tIns="0" rIns="0" bIns="0" rtlCol="0" anchor="ctr"/>
          <a:lstStyle/>
          <a:p>
            <a:pPr marL="0" indent="0" algn="l">
              <a:buNone/>
            </a:pPr>
            <a:r>
              <a:rPr lang="en-US" sz="1250" dirty="0">
                <a:solidFill>
                  <a:srgbClr val="3A3A3A"/>
                </a:solidFill>
                <a:latin typeface="Trebuchet MS" pitchFamily="34" charset="0"/>
                <a:ea typeface="Trebuchet MS" pitchFamily="34" charset="-122"/>
                <a:cs typeface="Trebuchet MS" pitchFamily="34" charset="-120"/>
              </a:rPr>
              <a:t>– AmazonFooterLinksTest &amp; AmazonLanguageRegionTest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572A"/>
          </a:solidFill>
          <a:ln/>
        </p:spPr>
        <p:txBody>
          <a:bodyPr/>
          <a:lstStyle/>
          <a:p>
            <a:endParaRPr lang="en-US"/>
          </a:p>
        </p:txBody>
      </p:sp>
      <p:sp>
        <p:nvSpPr>
          <p:cNvPr id="3" name="Text 1"/>
          <p:cNvSpPr/>
          <p:nvPr/>
        </p:nvSpPr>
        <p:spPr>
          <a:xfrm>
            <a:off x="502920" y="292608"/>
            <a:ext cx="4572000" cy="274320"/>
          </a:xfrm>
          <a:prstGeom prst="rect">
            <a:avLst/>
          </a:prstGeom>
          <a:noFill/>
          <a:ln/>
        </p:spPr>
        <p:txBody>
          <a:bodyPr wrap="square" lIns="0" tIns="0" rIns="0" bIns="0" rtlCol="0" anchor="ctr"/>
          <a:lstStyle/>
          <a:p>
            <a:pPr marL="0" indent="0" algn="l">
              <a:buNone/>
            </a:pPr>
            <a:r>
              <a:rPr lang="en-US" sz="1000" b="1" kern="0" spc="300" dirty="0">
                <a:solidFill>
                  <a:srgbClr val="E8572A"/>
                </a:solidFill>
                <a:latin typeface="Trebuchet MS" pitchFamily="34" charset="0"/>
                <a:ea typeface="Trebuchet MS" pitchFamily="34" charset="-122"/>
                <a:cs typeface="Trebuchet MS" pitchFamily="34" charset="-120"/>
              </a:rPr>
              <a:t>04 — TOOLS</a:t>
            </a:r>
            <a:endParaRPr lang="en-US" sz="1000" dirty="0"/>
          </a:p>
        </p:txBody>
      </p:sp>
      <p:sp>
        <p:nvSpPr>
          <p:cNvPr id="4" name="Text 2"/>
          <p:cNvSpPr/>
          <p:nvPr/>
        </p:nvSpPr>
        <p:spPr>
          <a:xfrm>
            <a:off x="502920" y="658368"/>
            <a:ext cx="8229600" cy="658368"/>
          </a:xfrm>
          <a:prstGeom prst="rect">
            <a:avLst/>
          </a:prstGeom>
          <a:noFill/>
          <a:ln/>
        </p:spPr>
        <p:txBody>
          <a:bodyPr wrap="square" lIns="0" tIns="0" rIns="0" bIns="0" rtlCol="0" anchor="ctr"/>
          <a:lstStyle/>
          <a:p>
            <a:pPr marL="0" indent="0" algn="l">
              <a:buNone/>
            </a:pPr>
            <a:r>
              <a:rPr lang="en-US" sz="3600" b="1" dirty="0">
                <a:solidFill>
                  <a:srgbClr val="FFFFFF"/>
                </a:solidFill>
                <a:latin typeface="Georgia" pitchFamily="34" charset="0"/>
                <a:ea typeface="Georgia" pitchFamily="34" charset="-122"/>
                <a:cs typeface="Georgia" pitchFamily="34" charset="-120"/>
              </a:rPr>
              <a:t>The stack.</a:t>
            </a:r>
            <a:endParaRPr lang="en-US" sz="3600" dirty="0"/>
          </a:p>
        </p:txBody>
      </p:sp>
      <p:sp>
        <p:nvSpPr>
          <p:cNvPr id="5" name="Shape 3"/>
          <p:cNvSpPr/>
          <p:nvPr/>
        </p:nvSpPr>
        <p:spPr>
          <a:xfrm>
            <a:off x="502920" y="1536192"/>
            <a:ext cx="3977640" cy="685800"/>
          </a:xfrm>
          <a:prstGeom prst="rect">
            <a:avLst/>
          </a:prstGeom>
          <a:solidFill>
            <a:srgbClr val="2D3561">
              <a:alpha val="45000"/>
            </a:srgbClr>
          </a:solidFill>
          <a:ln/>
        </p:spPr>
        <p:txBody>
          <a:bodyPr/>
          <a:lstStyle/>
          <a:p>
            <a:endParaRPr lang="en-US"/>
          </a:p>
        </p:txBody>
      </p:sp>
      <p:sp>
        <p:nvSpPr>
          <p:cNvPr id="6" name="Shape 4"/>
          <p:cNvSpPr/>
          <p:nvPr/>
        </p:nvSpPr>
        <p:spPr>
          <a:xfrm>
            <a:off x="502920" y="1536192"/>
            <a:ext cx="36576" cy="685800"/>
          </a:xfrm>
          <a:prstGeom prst="rect">
            <a:avLst/>
          </a:prstGeom>
          <a:solidFill>
            <a:srgbClr val="E8572A"/>
          </a:solidFill>
          <a:ln/>
        </p:spPr>
        <p:txBody>
          <a:bodyPr/>
          <a:lstStyle/>
          <a:p>
            <a:endParaRPr lang="en-US"/>
          </a:p>
        </p:txBody>
      </p:sp>
      <p:sp>
        <p:nvSpPr>
          <p:cNvPr id="7" name="Text 5"/>
          <p:cNvSpPr/>
          <p:nvPr/>
        </p:nvSpPr>
        <p:spPr>
          <a:xfrm>
            <a:off x="667512" y="1591056"/>
            <a:ext cx="3749040" cy="256032"/>
          </a:xfrm>
          <a:prstGeom prst="rect">
            <a:avLst/>
          </a:prstGeom>
          <a:noFill/>
          <a:ln/>
        </p:spPr>
        <p:txBody>
          <a:bodyPr wrap="square" lIns="0" tIns="0" rIns="0" bIns="0" rtlCol="0" anchor="ctr"/>
          <a:lstStyle/>
          <a:p>
            <a:pPr marL="0" indent="0" algn="l">
              <a:buNone/>
            </a:pPr>
            <a:r>
              <a:rPr lang="en-US" sz="1300" b="1" dirty="0">
                <a:solidFill>
                  <a:srgbClr val="FFFFFF"/>
                </a:solidFill>
                <a:latin typeface="Georgia" pitchFamily="34" charset="0"/>
                <a:ea typeface="Georgia" pitchFamily="34" charset="-122"/>
                <a:cs typeface="Georgia" pitchFamily="34" charset="-120"/>
              </a:rPr>
              <a:t>Java</a:t>
            </a:r>
            <a:endParaRPr lang="en-US" sz="1300" dirty="0"/>
          </a:p>
        </p:txBody>
      </p:sp>
      <p:sp>
        <p:nvSpPr>
          <p:cNvPr id="8" name="Text 6"/>
          <p:cNvSpPr/>
          <p:nvPr/>
        </p:nvSpPr>
        <p:spPr>
          <a:xfrm>
            <a:off x="667512" y="1865376"/>
            <a:ext cx="3749040" cy="256032"/>
          </a:xfrm>
          <a:prstGeom prst="rect">
            <a:avLst/>
          </a:prstGeom>
          <a:noFill/>
          <a:ln/>
        </p:spPr>
        <p:txBody>
          <a:bodyPr wrap="square" lIns="0" tIns="0" rIns="0" bIns="0" rtlCol="0" anchor="ctr"/>
          <a:lstStyle/>
          <a:p>
            <a:pPr marL="0" indent="0" algn="l">
              <a:buNone/>
            </a:pPr>
            <a:r>
              <a:rPr lang="en-US" sz="1050" dirty="0">
                <a:solidFill>
                  <a:srgbClr val="8A8070"/>
                </a:solidFill>
                <a:latin typeface="Trebuchet MS" pitchFamily="34" charset="0"/>
                <a:ea typeface="Trebuchet MS" pitchFamily="34" charset="-122"/>
                <a:cs typeface="Trebuchet MS" pitchFamily="34" charset="-120"/>
              </a:rPr>
              <a:t>Primary language for all test classes.</a:t>
            </a:r>
            <a:endParaRPr lang="en-US" sz="1050" dirty="0"/>
          </a:p>
        </p:txBody>
      </p:sp>
      <p:sp>
        <p:nvSpPr>
          <p:cNvPr id="9" name="Shape 7"/>
          <p:cNvSpPr/>
          <p:nvPr/>
        </p:nvSpPr>
        <p:spPr>
          <a:xfrm>
            <a:off x="4818888" y="1536192"/>
            <a:ext cx="3977640" cy="685800"/>
          </a:xfrm>
          <a:prstGeom prst="rect">
            <a:avLst/>
          </a:prstGeom>
          <a:solidFill>
            <a:srgbClr val="2D3561">
              <a:alpha val="45000"/>
            </a:srgbClr>
          </a:solidFill>
          <a:ln/>
        </p:spPr>
        <p:txBody>
          <a:bodyPr/>
          <a:lstStyle/>
          <a:p>
            <a:endParaRPr lang="en-US"/>
          </a:p>
        </p:txBody>
      </p:sp>
      <p:sp>
        <p:nvSpPr>
          <p:cNvPr id="10" name="Shape 8"/>
          <p:cNvSpPr/>
          <p:nvPr/>
        </p:nvSpPr>
        <p:spPr>
          <a:xfrm>
            <a:off x="4818888" y="1536192"/>
            <a:ext cx="36576" cy="685800"/>
          </a:xfrm>
          <a:prstGeom prst="rect">
            <a:avLst/>
          </a:prstGeom>
          <a:solidFill>
            <a:srgbClr val="C8B8A2"/>
          </a:solidFill>
          <a:ln/>
        </p:spPr>
        <p:txBody>
          <a:bodyPr/>
          <a:lstStyle/>
          <a:p>
            <a:endParaRPr lang="en-US"/>
          </a:p>
        </p:txBody>
      </p:sp>
      <p:sp>
        <p:nvSpPr>
          <p:cNvPr id="11" name="Text 9"/>
          <p:cNvSpPr/>
          <p:nvPr/>
        </p:nvSpPr>
        <p:spPr>
          <a:xfrm>
            <a:off x="4983480" y="1591056"/>
            <a:ext cx="3749040" cy="256032"/>
          </a:xfrm>
          <a:prstGeom prst="rect">
            <a:avLst/>
          </a:prstGeom>
          <a:noFill/>
          <a:ln/>
        </p:spPr>
        <p:txBody>
          <a:bodyPr wrap="square" lIns="0" tIns="0" rIns="0" bIns="0" rtlCol="0" anchor="ctr"/>
          <a:lstStyle/>
          <a:p>
            <a:pPr marL="0" indent="0" algn="l">
              <a:buNone/>
            </a:pPr>
            <a:r>
              <a:rPr lang="en-US" sz="1300" b="1" dirty="0">
                <a:solidFill>
                  <a:srgbClr val="FFFFFF"/>
                </a:solidFill>
                <a:latin typeface="Georgia" pitchFamily="34" charset="0"/>
                <a:ea typeface="Georgia" pitchFamily="34" charset="-122"/>
                <a:cs typeface="Georgia" pitchFamily="34" charset="-120"/>
              </a:rPr>
              <a:t>TestNG</a:t>
            </a:r>
            <a:endParaRPr lang="en-US" sz="1300" dirty="0"/>
          </a:p>
        </p:txBody>
      </p:sp>
      <p:sp>
        <p:nvSpPr>
          <p:cNvPr id="12" name="Text 10"/>
          <p:cNvSpPr/>
          <p:nvPr/>
        </p:nvSpPr>
        <p:spPr>
          <a:xfrm>
            <a:off x="4983480" y="1865376"/>
            <a:ext cx="3749040" cy="256032"/>
          </a:xfrm>
          <a:prstGeom prst="rect">
            <a:avLst/>
          </a:prstGeom>
          <a:noFill/>
          <a:ln/>
        </p:spPr>
        <p:txBody>
          <a:bodyPr wrap="square" lIns="0" tIns="0" rIns="0" bIns="0" rtlCol="0" anchor="ctr"/>
          <a:lstStyle/>
          <a:p>
            <a:pPr marL="0" indent="0" algn="l">
              <a:buNone/>
            </a:pPr>
            <a:r>
              <a:rPr lang="en-US" sz="1050" dirty="0">
                <a:solidFill>
                  <a:srgbClr val="8A8070"/>
                </a:solidFill>
                <a:latin typeface="Trebuchet MS" pitchFamily="34" charset="0"/>
                <a:ea typeface="Trebuchet MS" pitchFamily="34" charset="-122"/>
                <a:cs typeface="Trebuchet MS" pitchFamily="34" charset="-120"/>
              </a:rPr>
              <a:t>@Test, @BeforeClass, dependsOnMethods.</a:t>
            </a:r>
            <a:endParaRPr lang="en-US" sz="1050" dirty="0"/>
          </a:p>
        </p:txBody>
      </p:sp>
      <p:sp>
        <p:nvSpPr>
          <p:cNvPr id="13" name="Shape 11"/>
          <p:cNvSpPr/>
          <p:nvPr/>
        </p:nvSpPr>
        <p:spPr>
          <a:xfrm>
            <a:off x="502920" y="2340864"/>
            <a:ext cx="3977640" cy="685800"/>
          </a:xfrm>
          <a:prstGeom prst="rect">
            <a:avLst/>
          </a:prstGeom>
          <a:solidFill>
            <a:srgbClr val="2D3561">
              <a:alpha val="45000"/>
            </a:srgbClr>
          </a:solidFill>
          <a:ln/>
        </p:spPr>
        <p:txBody>
          <a:bodyPr/>
          <a:lstStyle/>
          <a:p>
            <a:endParaRPr lang="en-US"/>
          </a:p>
        </p:txBody>
      </p:sp>
      <p:sp>
        <p:nvSpPr>
          <p:cNvPr id="14" name="Shape 12"/>
          <p:cNvSpPr/>
          <p:nvPr/>
        </p:nvSpPr>
        <p:spPr>
          <a:xfrm>
            <a:off x="502920" y="2340864"/>
            <a:ext cx="36576" cy="685800"/>
          </a:xfrm>
          <a:prstGeom prst="rect">
            <a:avLst/>
          </a:prstGeom>
          <a:solidFill>
            <a:srgbClr val="E8572A"/>
          </a:solidFill>
          <a:ln/>
        </p:spPr>
        <p:txBody>
          <a:bodyPr/>
          <a:lstStyle/>
          <a:p>
            <a:endParaRPr lang="en-US"/>
          </a:p>
        </p:txBody>
      </p:sp>
      <p:sp>
        <p:nvSpPr>
          <p:cNvPr id="15" name="Text 13"/>
          <p:cNvSpPr/>
          <p:nvPr/>
        </p:nvSpPr>
        <p:spPr>
          <a:xfrm>
            <a:off x="667512" y="2395728"/>
            <a:ext cx="3749040" cy="256032"/>
          </a:xfrm>
          <a:prstGeom prst="rect">
            <a:avLst/>
          </a:prstGeom>
          <a:noFill/>
          <a:ln/>
        </p:spPr>
        <p:txBody>
          <a:bodyPr wrap="square" lIns="0" tIns="0" rIns="0" bIns="0" rtlCol="0" anchor="ctr"/>
          <a:lstStyle/>
          <a:p>
            <a:pPr marL="0" indent="0" algn="l">
              <a:buNone/>
            </a:pPr>
            <a:r>
              <a:rPr lang="en-US" sz="1300" b="1" dirty="0">
                <a:solidFill>
                  <a:srgbClr val="FFFFFF"/>
                </a:solidFill>
                <a:latin typeface="Georgia" pitchFamily="34" charset="0"/>
                <a:ea typeface="Georgia" pitchFamily="34" charset="-122"/>
                <a:cs typeface="Georgia" pitchFamily="34" charset="-120"/>
              </a:rPr>
              <a:t>Selenium 4.x</a:t>
            </a:r>
            <a:endParaRPr lang="en-US" sz="1300" dirty="0"/>
          </a:p>
        </p:txBody>
      </p:sp>
      <p:sp>
        <p:nvSpPr>
          <p:cNvPr id="16" name="Text 14"/>
          <p:cNvSpPr/>
          <p:nvPr/>
        </p:nvSpPr>
        <p:spPr>
          <a:xfrm>
            <a:off x="667512" y="2670048"/>
            <a:ext cx="3749040" cy="256032"/>
          </a:xfrm>
          <a:prstGeom prst="rect">
            <a:avLst/>
          </a:prstGeom>
          <a:noFill/>
          <a:ln/>
        </p:spPr>
        <p:txBody>
          <a:bodyPr wrap="square" lIns="0" tIns="0" rIns="0" bIns="0" rtlCol="0" anchor="ctr"/>
          <a:lstStyle/>
          <a:p>
            <a:pPr marL="0" indent="0" algn="l">
              <a:buNone/>
            </a:pPr>
            <a:r>
              <a:rPr lang="en-US" sz="1050" dirty="0">
                <a:solidFill>
                  <a:srgbClr val="8A8070"/>
                </a:solidFill>
                <a:latin typeface="Trebuchet MS" pitchFamily="34" charset="0"/>
                <a:ea typeface="Trebuchet MS" pitchFamily="34" charset="-122"/>
                <a:cs typeface="Trebuchet MS" pitchFamily="34" charset="-120"/>
              </a:rPr>
              <a:t>WebDriver API — browser automation &amp; JS execution.</a:t>
            </a:r>
            <a:endParaRPr lang="en-US" sz="1050" dirty="0"/>
          </a:p>
        </p:txBody>
      </p:sp>
      <p:sp>
        <p:nvSpPr>
          <p:cNvPr id="17" name="Shape 15"/>
          <p:cNvSpPr/>
          <p:nvPr/>
        </p:nvSpPr>
        <p:spPr>
          <a:xfrm>
            <a:off x="4818888" y="2340864"/>
            <a:ext cx="3977640" cy="685800"/>
          </a:xfrm>
          <a:prstGeom prst="rect">
            <a:avLst/>
          </a:prstGeom>
          <a:solidFill>
            <a:srgbClr val="2D3561">
              <a:alpha val="45000"/>
            </a:srgbClr>
          </a:solidFill>
          <a:ln/>
        </p:spPr>
        <p:txBody>
          <a:bodyPr/>
          <a:lstStyle/>
          <a:p>
            <a:endParaRPr lang="en-US"/>
          </a:p>
        </p:txBody>
      </p:sp>
      <p:sp>
        <p:nvSpPr>
          <p:cNvPr id="18" name="Shape 16"/>
          <p:cNvSpPr/>
          <p:nvPr/>
        </p:nvSpPr>
        <p:spPr>
          <a:xfrm>
            <a:off x="4818888" y="2340864"/>
            <a:ext cx="36576" cy="685800"/>
          </a:xfrm>
          <a:prstGeom prst="rect">
            <a:avLst/>
          </a:prstGeom>
          <a:solidFill>
            <a:srgbClr val="C8B8A2"/>
          </a:solidFill>
          <a:ln/>
        </p:spPr>
        <p:txBody>
          <a:bodyPr/>
          <a:lstStyle/>
          <a:p>
            <a:endParaRPr lang="en-US"/>
          </a:p>
        </p:txBody>
      </p:sp>
      <p:sp>
        <p:nvSpPr>
          <p:cNvPr id="19" name="Text 17"/>
          <p:cNvSpPr/>
          <p:nvPr/>
        </p:nvSpPr>
        <p:spPr>
          <a:xfrm>
            <a:off x="4983480" y="2395728"/>
            <a:ext cx="3749040" cy="256032"/>
          </a:xfrm>
          <a:prstGeom prst="rect">
            <a:avLst/>
          </a:prstGeom>
          <a:noFill/>
          <a:ln/>
        </p:spPr>
        <p:txBody>
          <a:bodyPr wrap="square" lIns="0" tIns="0" rIns="0" bIns="0" rtlCol="0" anchor="ctr"/>
          <a:lstStyle/>
          <a:p>
            <a:pPr marL="0" indent="0" algn="l">
              <a:buNone/>
            </a:pPr>
            <a:r>
              <a:rPr lang="en-US" sz="1300" b="1" dirty="0">
                <a:solidFill>
                  <a:srgbClr val="FFFFFF"/>
                </a:solidFill>
                <a:latin typeface="Georgia" pitchFamily="34" charset="0"/>
                <a:ea typeface="Georgia" pitchFamily="34" charset="-122"/>
                <a:cs typeface="Georgia" pitchFamily="34" charset="-120"/>
              </a:rPr>
              <a:t>WebDriverManager</a:t>
            </a:r>
            <a:endParaRPr lang="en-US" sz="1300" dirty="0"/>
          </a:p>
        </p:txBody>
      </p:sp>
      <p:sp>
        <p:nvSpPr>
          <p:cNvPr id="20" name="Text 18"/>
          <p:cNvSpPr/>
          <p:nvPr/>
        </p:nvSpPr>
        <p:spPr>
          <a:xfrm>
            <a:off x="4983480" y="2670048"/>
            <a:ext cx="3749040" cy="256032"/>
          </a:xfrm>
          <a:prstGeom prst="rect">
            <a:avLst/>
          </a:prstGeom>
          <a:noFill/>
          <a:ln/>
        </p:spPr>
        <p:txBody>
          <a:bodyPr wrap="square" lIns="0" tIns="0" rIns="0" bIns="0" rtlCol="0" anchor="ctr"/>
          <a:lstStyle/>
          <a:p>
            <a:pPr marL="0" indent="0" algn="l">
              <a:buNone/>
            </a:pPr>
            <a:r>
              <a:rPr lang="en-US" sz="1050" dirty="0">
                <a:solidFill>
                  <a:srgbClr val="8A8070"/>
                </a:solidFill>
                <a:latin typeface="Trebuchet MS" pitchFamily="34" charset="0"/>
                <a:ea typeface="Trebuchet MS" pitchFamily="34" charset="-122"/>
                <a:cs typeface="Trebuchet MS" pitchFamily="34" charset="-120"/>
              </a:rPr>
              <a:t>Auto ChromeDriver version handling.</a:t>
            </a:r>
            <a:endParaRPr lang="en-US" sz="1050" dirty="0"/>
          </a:p>
        </p:txBody>
      </p:sp>
      <p:sp>
        <p:nvSpPr>
          <p:cNvPr id="21" name="Shape 19"/>
          <p:cNvSpPr/>
          <p:nvPr/>
        </p:nvSpPr>
        <p:spPr>
          <a:xfrm>
            <a:off x="502920" y="3145536"/>
            <a:ext cx="3977640" cy="685800"/>
          </a:xfrm>
          <a:prstGeom prst="rect">
            <a:avLst/>
          </a:prstGeom>
          <a:solidFill>
            <a:srgbClr val="2D3561">
              <a:alpha val="45000"/>
            </a:srgbClr>
          </a:solidFill>
          <a:ln/>
        </p:spPr>
        <p:txBody>
          <a:bodyPr/>
          <a:lstStyle/>
          <a:p>
            <a:endParaRPr lang="en-US"/>
          </a:p>
        </p:txBody>
      </p:sp>
      <p:sp>
        <p:nvSpPr>
          <p:cNvPr id="22" name="Shape 20"/>
          <p:cNvSpPr/>
          <p:nvPr/>
        </p:nvSpPr>
        <p:spPr>
          <a:xfrm>
            <a:off x="502920" y="3145536"/>
            <a:ext cx="36576" cy="685800"/>
          </a:xfrm>
          <a:prstGeom prst="rect">
            <a:avLst/>
          </a:prstGeom>
          <a:solidFill>
            <a:srgbClr val="E8572A"/>
          </a:solidFill>
          <a:ln/>
        </p:spPr>
        <p:txBody>
          <a:bodyPr/>
          <a:lstStyle/>
          <a:p>
            <a:endParaRPr lang="en-US"/>
          </a:p>
        </p:txBody>
      </p:sp>
      <p:sp>
        <p:nvSpPr>
          <p:cNvPr id="23" name="Text 21"/>
          <p:cNvSpPr/>
          <p:nvPr/>
        </p:nvSpPr>
        <p:spPr>
          <a:xfrm>
            <a:off x="667512" y="3200400"/>
            <a:ext cx="3749040" cy="256032"/>
          </a:xfrm>
          <a:prstGeom prst="rect">
            <a:avLst/>
          </a:prstGeom>
          <a:noFill/>
          <a:ln/>
        </p:spPr>
        <p:txBody>
          <a:bodyPr wrap="square" lIns="0" tIns="0" rIns="0" bIns="0" rtlCol="0" anchor="ctr"/>
          <a:lstStyle/>
          <a:p>
            <a:pPr marL="0" indent="0" algn="l">
              <a:buNone/>
            </a:pPr>
            <a:r>
              <a:rPr lang="en-US" sz="1300" b="1" dirty="0">
                <a:solidFill>
                  <a:srgbClr val="FFFFFF"/>
                </a:solidFill>
                <a:latin typeface="Georgia" pitchFamily="34" charset="0"/>
                <a:ea typeface="Georgia" pitchFamily="34" charset="-122"/>
                <a:cs typeface="Georgia" pitchFamily="34" charset="-120"/>
              </a:rPr>
              <a:t>Maven</a:t>
            </a:r>
            <a:endParaRPr lang="en-US" sz="1300" dirty="0"/>
          </a:p>
        </p:txBody>
      </p:sp>
      <p:sp>
        <p:nvSpPr>
          <p:cNvPr id="24" name="Text 22"/>
          <p:cNvSpPr/>
          <p:nvPr/>
        </p:nvSpPr>
        <p:spPr>
          <a:xfrm>
            <a:off x="667512" y="3474720"/>
            <a:ext cx="3749040" cy="256032"/>
          </a:xfrm>
          <a:prstGeom prst="rect">
            <a:avLst/>
          </a:prstGeom>
          <a:noFill/>
          <a:ln/>
        </p:spPr>
        <p:txBody>
          <a:bodyPr wrap="square" lIns="0" tIns="0" rIns="0" bIns="0" rtlCol="0" anchor="ctr"/>
          <a:lstStyle/>
          <a:p>
            <a:pPr marL="0" indent="0" algn="l">
              <a:buNone/>
            </a:pPr>
            <a:r>
              <a:rPr lang="en-US" sz="1050" dirty="0">
                <a:solidFill>
                  <a:srgbClr val="8A8070"/>
                </a:solidFill>
                <a:latin typeface="Trebuchet MS" pitchFamily="34" charset="0"/>
                <a:ea typeface="Trebuchet MS" pitchFamily="34" charset="-122"/>
                <a:cs typeface="Trebuchet MS" pitchFamily="34" charset="-120"/>
              </a:rPr>
              <a:t>Build tool and dependency management.</a:t>
            </a:r>
            <a:endParaRPr lang="en-US" sz="1050" dirty="0"/>
          </a:p>
        </p:txBody>
      </p:sp>
      <p:sp>
        <p:nvSpPr>
          <p:cNvPr id="25" name="Shape 23"/>
          <p:cNvSpPr/>
          <p:nvPr/>
        </p:nvSpPr>
        <p:spPr>
          <a:xfrm>
            <a:off x="4818888" y="3145536"/>
            <a:ext cx="3977640" cy="685800"/>
          </a:xfrm>
          <a:prstGeom prst="rect">
            <a:avLst/>
          </a:prstGeom>
          <a:solidFill>
            <a:srgbClr val="2D3561">
              <a:alpha val="45000"/>
            </a:srgbClr>
          </a:solidFill>
          <a:ln/>
        </p:spPr>
        <p:txBody>
          <a:bodyPr/>
          <a:lstStyle/>
          <a:p>
            <a:endParaRPr lang="en-US"/>
          </a:p>
        </p:txBody>
      </p:sp>
      <p:sp>
        <p:nvSpPr>
          <p:cNvPr id="26" name="Shape 24"/>
          <p:cNvSpPr/>
          <p:nvPr/>
        </p:nvSpPr>
        <p:spPr>
          <a:xfrm>
            <a:off x="4818888" y="3145536"/>
            <a:ext cx="36576" cy="685800"/>
          </a:xfrm>
          <a:prstGeom prst="rect">
            <a:avLst/>
          </a:prstGeom>
          <a:solidFill>
            <a:srgbClr val="C8B8A2"/>
          </a:solidFill>
          <a:ln/>
        </p:spPr>
        <p:txBody>
          <a:bodyPr/>
          <a:lstStyle/>
          <a:p>
            <a:endParaRPr lang="en-US"/>
          </a:p>
        </p:txBody>
      </p:sp>
      <p:sp>
        <p:nvSpPr>
          <p:cNvPr id="27" name="Text 25"/>
          <p:cNvSpPr/>
          <p:nvPr/>
        </p:nvSpPr>
        <p:spPr>
          <a:xfrm>
            <a:off x="4983480" y="3200400"/>
            <a:ext cx="3749040" cy="256032"/>
          </a:xfrm>
          <a:prstGeom prst="rect">
            <a:avLst/>
          </a:prstGeom>
          <a:noFill/>
          <a:ln/>
        </p:spPr>
        <p:txBody>
          <a:bodyPr wrap="square" lIns="0" tIns="0" rIns="0" bIns="0" rtlCol="0" anchor="ctr"/>
          <a:lstStyle/>
          <a:p>
            <a:pPr marL="0" indent="0" algn="l">
              <a:buNone/>
            </a:pPr>
            <a:r>
              <a:rPr lang="en-US" sz="1300" b="1" dirty="0">
                <a:solidFill>
                  <a:srgbClr val="FFFFFF"/>
                </a:solidFill>
                <a:latin typeface="Georgia" pitchFamily="34" charset="0"/>
                <a:ea typeface="Georgia" pitchFamily="34" charset="-122"/>
                <a:cs typeface="Georgia" pitchFamily="34" charset="-120"/>
              </a:rPr>
              <a:t>IntelliJ IDEA</a:t>
            </a:r>
            <a:endParaRPr lang="en-US" sz="1300" dirty="0"/>
          </a:p>
        </p:txBody>
      </p:sp>
      <p:sp>
        <p:nvSpPr>
          <p:cNvPr id="28" name="Text 26"/>
          <p:cNvSpPr/>
          <p:nvPr/>
        </p:nvSpPr>
        <p:spPr>
          <a:xfrm>
            <a:off x="4983480" y="3474720"/>
            <a:ext cx="3749040" cy="256032"/>
          </a:xfrm>
          <a:prstGeom prst="rect">
            <a:avLst/>
          </a:prstGeom>
          <a:noFill/>
          <a:ln/>
        </p:spPr>
        <p:txBody>
          <a:bodyPr wrap="square" lIns="0" tIns="0" rIns="0" bIns="0" rtlCol="0" anchor="ctr"/>
          <a:lstStyle/>
          <a:p>
            <a:pPr marL="0" indent="0" algn="l">
              <a:buNone/>
            </a:pPr>
            <a:r>
              <a:rPr lang="en-US" sz="1050" dirty="0">
                <a:solidFill>
                  <a:srgbClr val="8A8070"/>
                </a:solidFill>
                <a:latin typeface="Trebuchet MS" pitchFamily="34" charset="0"/>
                <a:ea typeface="Trebuchet MS" pitchFamily="34" charset="-122"/>
                <a:cs typeface="Trebuchet MS" pitchFamily="34" charset="-120"/>
              </a:rPr>
              <a:t>Development, debugging, test runner.</a:t>
            </a:r>
            <a:endParaRPr lang="en-US" sz="1050" dirty="0"/>
          </a:p>
        </p:txBody>
      </p:sp>
      <p:sp>
        <p:nvSpPr>
          <p:cNvPr id="29" name="Shape 27"/>
          <p:cNvSpPr/>
          <p:nvPr/>
        </p:nvSpPr>
        <p:spPr>
          <a:xfrm>
            <a:off x="502920" y="3950208"/>
            <a:ext cx="3977640" cy="685800"/>
          </a:xfrm>
          <a:prstGeom prst="rect">
            <a:avLst/>
          </a:prstGeom>
          <a:solidFill>
            <a:srgbClr val="2D3561">
              <a:alpha val="45000"/>
            </a:srgbClr>
          </a:solidFill>
          <a:ln/>
        </p:spPr>
        <p:txBody>
          <a:bodyPr/>
          <a:lstStyle/>
          <a:p>
            <a:endParaRPr lang="en-US"/>
          </a:p>
        </p:txBody>
      </p:sp>
      <p:sp>
        <p:nvSpPr>
          <p:cNvPr id="30" name="Shape 28"/>
          <p:cNvSpPr/>
          <p:nvPr/>
        </p:nvSpPr>
        <p:spPr>
          <a:xfrm>
            <a:off x="502920" y="3950208"/>
            <a:ext cx="36576" cy="685800"/>
          </a:xfrm>
          <a:prstGeom prst="rect">
            <a:avLst/>
          </a:prstGeom>
          <a:solidFill>
            <a:srgbClr val="E8572A"/>
          </a:solidFill>
          <a:ln/>
        </p:spPr>
        <p:txBody>
          <a:bodyPr/>
          <a:lstStyle/>
          <a:p>
            <a:endParaRPr lang="en-US"/>
          </a:p>
        </p:txBody>
      </p:sp>
      <p:sp>
        <p:nvSpPr>
          <p:cNvPr id="31" name="Text 29"/>
          <p:cNvSpPr/>
          <p:nvPr/>
        </p:nvSpPr>
        <p:spPr>
          <a:xfrm>
            <a:off x="667512" y="4005072"/>
            <a:ext cx="3749040" cy="256032"/>
          </a:xfrm>
          <a:prstGeom prst="rect">
            <a:avLst/>
          </a:prstGeom>
          <a:noFill/>
          <a:ln/>
        </p:spPr>
        <p:txBody>
          <a:bodyPr wrap="square" lIns="0" tIns="0" rIns="0" bIns="0" rtlCol="0" anchor="ctr"/>
          <a:lstStyle/>
          <a:p>
            <a:pPr marL="0" indent="0" algn="l">
              <a:buNone/>
            </a:pPr>
            <a:r>
              <a:rPr lang="en-US" sz="1300" b="1" dirty="0">
                <a:solidFill>
                  <a:srgbClr val="FFFFFF"/>
                </a:solidFill>
                <a:latin typeface="Georgia" pitchFamily="34" charset="0"/>
                <a:ea typeface="Georgia" pitchFamily="34" charset="-122"/>
                <a:cs typeface="Georgia" pitchFamily="34" charset="-120"/>
              </a:rPr>
              <a:t>Chrome Profile</a:t>
            </a:r>
            <a:endParaRPr lang="en-US" sz="1300" dirty="0"/>
          </a:p>
        </p:txBody>
      </p:sp>
      <p:sp>
        <p:nvSpPr>
          <p:cNvPr id="32" name="Text 30"/>
          <p:cNvSpPr/>
          <p:nvPr/>
        </p:nvSpPr>
        <p:spPr>
          <a:xfrm>
            <a:off x="667512" y="4279392"/>
            <a:ext cx="3749040" cy="256032"/>
          </a:xfrm>
          <a:prstGeom prst="rect">
            <a:avLst/>
          </a:prstGeom>
          <a:noFill/>
          <a:ln/>
        </p:spPr>
        <p:txBody>
          <a:bodyPr wrap="square" lIns="0" tIns="0" rIns="0" bIns="0" rtlCol="0" anchor="ctr"/>
          <a:lstStyle/>
          <a:p>
            <a:pPr marL="0" indent="0" algn="l">
              <a:buNone/>
            </a:pPr>
            <a:r>
              <a:rPr lang="en-US" sz="1050" dirty="0">
                <a:solidFill>
                  <a:srgbClr val="8A8070"/>
                </a:solidFill>
                <a:latin typeface="Trebuchet MS" pitchFamily="34" charset="0"/>
                <a:ea typeface="Trebuchet MS" pitchFamily="34" charset="-122"/>
                <a:cs typeface="Trebuchet MS" pitchFamily="34" charset="-120"/>
              </a:rPr>
              <a:t>Dedicated session with Amazon login — bypasses bot detection.</a:t>
            </a:r>
            <a:endParaRPr lang="en-US" sz="1050" dirty="0"/>
          </a:p>
        </p:txBody>
      </p:sp>
      <p:sp>
        <p:nvSpPr>
          <p:cNvPr id="33" name="Shape 31"/>
          <p:cNvSpPr/>
          <p:nvPr/>
        </p:nvSpPr>
        <p:spPr>
          <a:xfrm>
            <a:off x="4818888" y="3950208"/>
            <a:ext cx="3977640" cy="685800"/>
          </a:xfrm>
          <a:prstGeom prst="rect">
            <a:avLst/>
          </a:prstGeom>
          <a:solidFill>
            <a:srgbClr val="2D3561">
              <a:alpha val="45000"/>
            </a:srgbClr>
          </a:solidFill>
          <a:ln/>
        </p:spPr>
        <p:txBody>
          <a:bodyPr/>
          <a:lstStyle/>
          <a:p>
            <a:endParaRPr lang="en-US"/>
          </a:p>
        </p:txBody>
      </p:sp>
      <p:sp>
        <p:nvSpPr>
          <p:cNvPr id="34" name="Shape 32"/>
          <p:cNvSpPr/>
          <p:nvPr/>
        </p:nvSpPr>
        <p:spPr>
          <a:xfrm>
            <a:off x="4818888" y="3950208"/>
            <a:ext cx="36576" cy="685800"/>
          </a:xfrm>
          <a:prstGeom prst="rect">
            <a:avLst/>
          </a:prstGeom>
          <a:solidFill>
            <a:srgbClr val="C8B8A2"/>
          </a:solidFill>
          <a:ln/>
        </p:spPr>
        <p:txBody>
          <a:bodyPr/>
          <a:lstStyle/>
          <a:p>
            <a:endParaRPr lang="en-US"/>
          </a:p>
        </p:txBody>
      </p:sp>
      <p:sp>
        <p:nvSpPr>
          <p:cNvPr id="35" name="Text 33"/>
          <p:cNvSpPr/>
          <p:nvPr/>
        </p:nvSpPr>
        <p:spPr>
          <a:xfrm>
            <a:off x="4983480" y="4005072"/>
            <a:ext cx="3749040" cy="256032"/>
          </a:xfrm>
          <a:prstGeom prst="rect">
            <a:avLst/>
          </a:prstGeom>
          <a:noFill/>
          <a:ln/>
        </p:spPr>
        <p:txBody>
          <a:bodyPr wrap="square" lIns="0" tIns="0" rIns="0" bIns="0" rtlCol="0" anchor="ctr"/>
          <a:lstStyle/>
          <a:p>
            <a:pPr marL="0" indent="0" algn="l">
              <a:buNone/>
            </a:pPr>
            <a:r>
              <a:rPr lang="en-US" sz="1300" b="1" dirty="0">
                <a:solidFill>
                  <a:srgbClr val="FFFFFF"/>
                </a:solidFill>
                <a:latin typeface="Georgia" pitchFamily="34" charset="0"/>
                <a:ea typeface="Georgia" pitchFamily="34" charset="-122"/>
                <a:cs typeface="Georgia" pitchFamily="34" charset="-120"/>
              </a:rPr>
              <a:t>Chrome DevTools</a:t>
            </a:r>
            <a:endParaRPr lang="en-US" sz="1300" dirty="0"/>
          </a:p>
        </p:txBody>
      </p:sp>
      <p:sp>
        <p:nvSpPr>
          <p:cNvPr id="36" name="Text 34"/>
          <p:cNvSpPr/>
          <p:nvPr/>
        </p:nvSpPr>
        <p:spPr>
          <a:xfrm>
            <a:off x="4983480" y="4279392"/>
            <a:ext cx="3749040" cy="256032"/>
          </a:xfrm>
          <a:prstGeom prst="rect">
            <a:avLst/>
          </a:prstGeom>
          <a:noFill/>
          <a:ln/>
        </p:spPr>
        <p:txBody>
          <a:bodyPr wrap="square" lIns="0" tIns="0" rIns="0" bIns="0" rtlCol="0" anchor="ctr"/>
          <a:lstStyle/>
          <a:p>
            <a:pPr marL="0" indent="0" algn="l">
              <a:buNone/>
            </a:pPr>
            <a:r>
              <a:rPr lang="en-US" sz="1050" dirty="0">
                <a:solidFill>
                  <a:srgbClr val="8A8070"/>
                </a:solidFill>
                <a:latin typeface="Trebuchet MS" pitchFamily="34" charset="0"/>
                <a:ea typeface="Trebuchet MS" pitchFamily="34" charset="-122"/>
                <a:cs typeface="Trebuchet MS" pitchFamily="34" charset="-120"/>
              </a:rPr>
              <a:t>DOM inspection to identify correct element selectors.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572A"/>
          </a:solidFill>
          <a:ln/>
        </p:spPr>
        <p:txBody>
          <a:bodyPr/>
          <a:lstStyle/>
          <a:p>
            <a:endParaRPr lang="en-US"/>
          </a:p>
        </p:txBody>
      </p:sp>
      <p:sp>
        <p:nvSpPr>
          <p:cNvPr id="3" name="Text 1"/>
          <p:cNvSpPr/>
          <p:nvPr/>
        </p:nvSpPr>
        <p:spPr>
          <a:xfrm>
            <a:off x="502920" y="256032"/>
            <a:ext cx="4572000" cy="274320"/>
          </a:xfrm>
          <a:prstGeom prst="rect">
            <a:avLst/>
          </a:prstGeom>
          <a:noFill/>
          <a:ln/>
        </p:spPr>
        <p:txBody>
          <a:bodyPr wrap="square" lIns="0" tIns="0" rIns="0" bIns="0" rtlCol="0" anchor="ctr"/>
          <a:lstStyle/>
          <a:p>
            <a:pPr marL="0" indent="0" algn="l">
              <a:buNone/>
            </a:pPr>
            <a:r>
              <a:rPr lang="en-US" sz="1000" b="1" kern="0" spc="300" dirty="0">
                <a:solidFill>
                  <a:srgbClr val="E8572A"/>
                </a:solidFill>
                <a:latin typeface="Trebuchet MS" pitchFamily="34" charset="0"/>
                <a:ea typeface="Trebuchet MS" pitchFamily="34" charset="-122"/>
                <a:cs typeface="Trebuchet MS" pitchFamily="34" charset="-120"/>
              </a:rPr>
              <a:t>— CHALLENGES</a:t>
            </a:r>
            <a:endParaRPr lang="en-US" sz="1000" dirty="0"/>
          </a:p>
        </p:txBody>
      </p:sp>
      <p:sp>
        <p:nvSpPr>
          <p:cNvPr id="4" name="Text 2"/>
          <p:cNvSpPr/>
          <p:nvPr/>
        </p:nvSpPr>
        <p:spPr>
          <a:xfrm>
            <a:off x="502920" y="594360"/>
            <a:ext cx="8229600" cy="658368"/>
          </a:xfrm>
          <a:prstGeom prst="rect">
            <a:avLst/>
          </a:prstGeom>
          <a:noFill/>
          <a:ln/>
        </p:spPr>
        <p:txBody>
          <a:bodyPr wrap="square" lIns="0" tIns="0" rIns="0" bIns="0" rtlCol="0" anchor="ctr"/>
          <a:lstStyle/>
          <a:p>
            <a:pPr marL="0" indent="0" algn="l">
              <a:buNone/>
            </a:pPr>
            <a:r>
              <a:rPr lang="en-US" sz="3600" b="1" dirty="0">
                <a:solidFill>
                  <a:srgbClr val="1A1A2E"/>
                </a:solidFill>
                <a:latin typeface="Georgia" pitchFamily="34" charset="0"/>
                <a:ea typeface="Georgia" pitchFamily="34" charset="-122"/>
                <a:cs typeface="Georgia" pitchFamily="34" charset="-120"/>
              </a:rPr>
              <a:t>What got in the way.</a:t>
            </a:r>
            <a:endParaRPr lang="en-US" sz="3600" dirty="0"/>
          </a:p>
        </p:txBody>
      </p:sp>
      <p:sp>
        <p:nvSpPr>
          <p:cNvPr id="5" name="Shape 3"/>
          <p:cNvSpPr/>
          <p:nvPr/>
        </p:nvSpPr>
        <p:spPr>
          <a:xfrm>
            <a:off x="502920" y="1353312"/>
            <a:ext cx="8138160" cy="27432"/>
          </a:xfrm>
          <a:prstGeom prst="rect">
            <a:avLst/>
          </a:prstGeom>
          <a:solidFill>
            <a:srgbClr val="EDE8E0"/>
          </a:solidFill>
          <a:ln/>
        </p:spPr>
        <p:txBody>
          <a:bodyPr/>
          <a:lstStyle/>
          <a:p>
            <a:endParaRPr lang="en-US"/>
          </a:p>
        </p:txBody>
      </p:sp>
      <p:sp>
        <p:nvSpPr>
          <p:cNvPr id="6" name="Shape 4"/>
          <p:cNvSpPr/>
          <p:nvPr/>
        </p:nvSpPr>
        <p:spPr>
          <a:xfrm>
            <a:off x="502920" y="1481328"/>
            <a:ext cx="36576" cy="3291840"/>
          </a:xfrm>
          <a:prstGeom prst="rect">
            <a:avLst/>
          </a:prstGeom>
          <a:solidFill>
            <a:srgbClr val="E8572A"/>
          </a:solidFill>
          <a:ln/>
        </p:spPr>
        <p:txBody>
          <a:bodyPr/>
          <a:lstStyle/>
          <a:p>
            <a:endParaRPr lang="en-US"/>
          </a:p>
        </p:txBody>
      </p:sp>
      <p:sp>
        <p:nvSpPr>
          <p:cNvPr id="7" name="Text 5"/>
          <p:cNvSpPr/>
          <p:nvPr/>
        </p:nvSpPr>
        <p:spPr>
          <a:xfrm>
            <a:off x="713232" y="1481328"/>
            <a:ext cx="640080" cy="475488"/>
          </a:xfrm>
          <a:prstGeom prst="rect">
            <a:avLst/>
          </a:prstGeom>
          <a:noFill/>
          <a:ln/>
        </p:spPr>
        <p:txBody>
          <a:bodyPr wrap="square" lIns="0" tIns="0" rIns="0" bIns="0" rtlCol="0" anchor="ctr"/>
          <a:lstStyle/>
          <a:p>
            <a:pPr marL="0" indent="0" algn="l">
              <a:buNone/>
            </a:pPr>
            <a:r>
              <a:rPr lang="en-US" sz="2800" b="1" dirty="0">
                <a:solidFill>
                  <a:srgbClr val="E8572A"/>
                </a:solidFill>
                <a:latin typeface="Georgia" pitchFamily="34" charset="0"/>
                <a:ea typeface="Georgia" pitchFamily="34" charset="-122"/>
                <a:cs typeface="Georgia" pitchFamily="34" charset="-120"/>
              </a:rPr>
              <a:t>01</a:t>
            </a:r>
            <a:endParaRPr lang="en-US" sz="2800" dirty="0"/>
          </a:p>
        </p:txBody>
      </p:sp>
      <p:sp>
        <p:nvSpPr>
          <p:cNvPr id="8" name="Text 6"/>
          <p:cNvSpPr/>
          <p:nvPr/>
        </p:nvSpPr>
        <p:spPr>
          <a:xfrm>
            <a:off x="1298448" y="1536192"/>
            <a:ext cx="3383280" cy="384048"/>
          </a:xfrm>
          <a:prstGeom prst="rect">
            <a:avLst/>
          </a:prstGeom>
          <a:noFill/>
          <a:ln/>
        </p:spPr>
        <p:txBody>
          <a:bodyPr wrap="square" lIns="0" tIns="0" rIns="0" bIns="0" rtlCol="0" anchor="ctr"/>
          <a:lstStyle/>
          <a:p>
            <a:pPr marL="0" indent="0" algn="l">
              <a:buNone/>
            </a:pPr>
            <a:r>
              <a:rPr lang="en-US" sz="1700" b="1" dirty="0">
                <a:solidFill>
                  <a:srgbClr val="1A1A2E"/>
                </a:solidFill>
                <a:latin typeface="Georgia" pitchFamily="34" charset="0"/>
                <a:ea typeface="Georgia" pitchFamily="34" charset="-122"/>
                <a:cs typeface="Georgia" pitchFamily="34" charset="-120"/>
              </a:rPr>
              <a:t>Amazon Bot Detection</a:t>
            </a:r>
            <a:endParaRPr lang="en-US" sz="1700" dirty="0"/>
          </a:p>
        </p:txBody>
      </p:sp>
      <p:sp>
        <p:nvSpPr>
          <p:cNvPr id="9" name="Text 7"/>
          <p:cNvSpPr/>
          <p:nvPr/>
        </p:nvSpPr>
        <p:spPr>
          <a:xfrm>
            <a:off x="713232" y="1993392"/>
            <a:ext cx="3749040" cy="777240"/>
          </a:xfrm>
          <a:prstGeom prst="rect">
            <a:avLst/>
          </a:prstGeom>
          <a:noFill/>
          <a:ln/>
        </p:spPr>
        <p:txBody>
          <a:bodyPr wrap="square" lIns="0" tIns="0" rIns="0" bIns="0" rtlCol="0" anchor="ctr"/>
          <a:lstStyle/>
          <a:p>
            <a:pPr marL="0" indent="0" algn="l">
              <a:buNone/>
            </a:pPr>
            <a:r>
              <a:rPr lang="en-US" sz="1200" dirty="0">
                <a:solidFill>
                  <a:srgbClr val="3A3A3A"/>
                </a:solidFill>
                <a:latin typeface="Trebuchet MS" pitchFamily="34" charset="0"/>
                <a:ea typeface="Trebuchet MS" pitchFamily="34" charset="-122"/>
                <a:cs typeface="Trebuchet MS" pitchFamily="34" charset="-120"/>
              </a:rPr>
              <a:t>Amazon aggressively blocks automated browsers, serving CAPTCHA pages mid-test or blocking navigation entirely. This caused tests to silently pass even when nothing had actually run.</a:t>
            </a:r>
            <a:endParaRPr lang="en-US" sz="1200" dirty="0"/>
          </a:p>
        </p:txBody>
      </p:sp>
      <p:sp>
        <p:nvSpPr>
          <p:cNvPr id="10" name="Text 8"/>
          <p:cNvSpPr/>
          <p:nvPr/>
        </p:nvSpPr>
        <p:spPr>
          <a:xfrm>
            <a:off x="713232" y="2852928"/>
            <a:ext cx="3749040" cy="256032"/>
          </a:xfrm>
          <a:prstGeom prst="rect">
            <a:avLst/>
          </a:prstGeom>
          <a:noFill/>
          <a:ln/>
        </p:spPr>
        <p:txBody>
          <a:bodyPr wrap="square" lIns="0" tIns="0" rIns="0" bIns="0" rtlCol="0" anchor="ctr"/>
          <a:lstStyle/>
          <a:p>
            <a:pPr marL="0" indent="0" algn="l">
              <a:buNone/>
            </a:pPr>
            <a:r>
              <a:rPr lang="en-US" sz="1100" b="1" kern="0" spc="100" dirty="0">
                <a:solidFill>
                  <a:srgbClr val="8A8070"/>
                </a:solidFill>
                <a:latin typeface="Trebuchet MS" pitchFamily="34" charset="0"/>
                <a:ea typeface="Trebuchet MS" pitchFamily="34" charset="-122"/>
                <a:cs typeface="Trebuchet MS" pitchFamily="34" charset="-120"/>
              </a:rPr>
              <a:t>How we handled it</a:t>
            </a:r>
            <a:endParaRPr lang="en-US" sz="1100" dirty="0"/>
          </a:p>
        </p:txBody>
      </p:sp>
      <p:sp>
        <p:nvSpPr>
          <p:cNvPr id="11" name="Text 9"/>
          <p:cNvSpPr/>
          <p:nvPr/>
        </p:nvSpPr>
        <p:spPr>
          <a:xfrm>
            <a:off x="713232" y="3145536"/>
            <a:ext cx="3749040" cy="1554480"/>
          </a:xfrm>
          <a:prstGeom prst="rect">
            <a:avLst/>
          </a:prstGeom>
          <a:noFill/>
          <a:ln/>
        </p:spPr>
        <p:txBody>
          <a:bodyPr wrap="square" lIns="0" tIns="0" rIns="0" bIns="0" rtlCol="0" anchor="ctr"/>
          <a:lstStyle/>
          <a:p>
            <a:pPr marL="0" indent="0" algn="l">
              <a:buNone/>
            </a:pPr>
            <a:r>
              <a:rPr lang="en-US" sz="1150" dirty="0">
                <a:solidFill>
                  <a:srgbClr val="8A8070"/>
                </a:solidFill>
                <a:latin typeface="Trebuchet MS" pitchFamily="34" charset="0"/>
                <a:ea typeface="Trebuchet MS" pitchFamily="34" charset="-122"/>
                <a:cs typeface="Trebuchet MS" pitchFamily="34" charset="-120"/>
              </a:rPr>
              <a:t>Built an isRobotCheckPage() helper that detects CAPTCHA pages by inspecting the page source and title. Tests check this flag and skip gracefully rather than producing false passes. We also set up a dedicated Chrome profile with an active Amazon login — making the session appear as a real returning user and significantly reducing bot triggers.</a:t>
            </a:r>
            <a:endParaRPr lang="en-US" sz="1150" dirty="0"/>
          </a:p>
        </p:txBody>
      </p:sp>
      <p:sp>
        <p:nvSpPr>
          <p:cNvPr id="12" name="Shape 10"/>
          <p:cNvSpPr/>
          <p:nvPr/>
        </p:nvSpPr>
        <p:spPr>
          <a:xfrm>
            <a:off x="4736592" y="1481328"/>
            <a:ext cx="27432" cy="3291840"/>
          </a:xfrm>
          <a:prstGeom prst="rect">
            <a:avLst/>
          </a:prstGeom>
          <a:solidFill>
            <a:srgbClr val="EDE8E0"/>
          </a:solidFill>
          <a:ln/>
        </p:spPr>
        <p:txBody>
          <a:bodyPr/>
          <a:lstStyle/>
          <a:p>
            <a:endParaRPr lang="en-US"/>
          </a:p>
        </p:txBody>
      </p:sp>
      <p:sp>
        <p:nvSpPr>
          <p:cNvPr id="13" name="Shape 11"/>
          <p:cNvSpPr/>
          <p:nvPr/>
        </p:nvSpPr>
        <p:spPr>
          <a:xfrm>
            <a:off x="4956048" y="1481328"/>
            <a:ext cx="36576" cy="3291840"/>
          </a:xfrm>
          <a:prstGeom prst="rect">
            <a:avLst/>
          </a:prstGeom>
          <a:solidFill>
            <a:srgbClr val="2D3561"/>
          </a:solidFill>
          <a:ln/>
        </p:spPr>
        <p:txBody>
          <a:bodyPr/>
          <a:lstStyle/>
          <a:p>
            <a:endParaRPr lang="en-US"/>
          </a:p>
        </p:txBody>
      </p:sp>
      <p:sp>
        <p:nvSpPr>
          <p:cNvPr id="14" name="Text 12"/>
          <p:cNvSpPr/>
          <p:nvPr/>
        </p:nvSpPr>
        <p:spPr>
          <a:xfrm>
            <a:off x="5166360" y="1481328"/>
            <a:ext cx="640080" cy="475488"/>
          </a:xfrm>
          <a:prstGeom prst="rect">
            <a:avLst/>
          </a:prstGeom>
          <a:noFill/>
          <a:ln/>
        </p:spPr>
        <p:txBody>
          <a:bodyPr wrap="square" lIns="0" tIns="0" rIns="0" bIns="0" rtlCol="0" anchor="ctr"/>
          <a:lstStyle/>
          <a:p>
            <a:pPr marL="0" indent="0" algn="l">
              <a:buNone/>
            </a:pPr>
            <a:r>
              <a:rPr lang="en-US" sz="2800" b="1" dirty="0">
                <a:solidFill>
                  <a:srgbClr val="2D3561"/>
                </a:solidFill>
                <a:latin typeface="Georgia" pitchFamily="34" charset="0"/>
                <a:ea typeface="Georgia" pitchFamily="34" charset="-122"/>
                <a:cs typeface="Georgia" pitchFamily="34" charset="-120"/>
              </a:rPr>
              <a:t>02</a:t>
            </a:r>
            <a:endParaRPr lang="en-US" sz="2800" dirty="0"/>
          </a:p>
        </p:txBody>
      </p:sp>
      <p:sp>
        <p:nvSpPr>
          <p:cNvPr id="15" name="Text 13"/>
          <p:cNvSpPr/>
          <p:nvPr/>
        </p:nvSpPr>
        <p:spPr>
          <a:xfrm>
            <a:off x="5742432" y="1536192"/>
            <a:ext cx="3108960" cy="384048"/>
          </a:xfrm>
          <a:prstGeom prst="rect">
            <a:avLst/>
          </a:prstGeom>
          <a:noFill/>
          <a:ln/>
        </p:spPr>
        <p:txBody>
          <a:bodyPr wrap="square" lIns="0" tIns="0" rIns="0" bIns="0" rtlCol="0" anchor="ctr"/>
          <a:lstStyle/>
          <a:p>
            <a:pPr marL="0" indent="0" algn="l">
              <a:buNone/>
            </a:pPr>
            <a:r>
              <a:rPr lang="en-US" sz="1700" b="1" dirty="0">
                <a:solidFill>
                  <a:srgbClr val="1A1A2E"/>
                </a:solidFill>
                <a:latin typeface="Georgia" pitchFamily="34" charset="0"/>
                <a:ea typeface="Georgia" pitchFamily="34" charset="-122"/>
                <a:cs typeface="Georgia" pitchFamily="34" charset="-120"/>
              </a:rPr>
              <a:t>Add to Cart Button</a:t>
            </a:r>
            <a:endParaRPr lang="en-US" sz="1700" dirty="0"/>
          </a:p>
        </p:txBody>
      </p:sp>
      <p:sp>
        <p:nvSpPr>
          <p:cNvPr id="16" name="Text 14"/>
          <p:cNvSpPr/>
          <p:nvPr/>
        </p:nvSpPr>
        <p:spPr>
          <a:xfrm>
            <a:off x="5166360" y="1993392"/>
            <a:ext cx="3657600" cy="777240"/>
          </a:xfrm>
          <a:prstGeom prst="rect">
            <a:avLst/>
          </a:prstGeom>
          <a:noFill/>
          <a:ln/>
        </p:spPr>
        <p:txBody>
          <a:bodyPr wrap="square" lIns="0" tIns="0" rIns="0" bIns="0" rtlCol="0" anchor="ctr"/>
          <a:lstStyle/>
          <a:p>
            <a:pPr marL="0" indent="0" algn="l">
              <a:buNone/>
            </a:pPr>
            <a:r>
              <a:rPr lang="en-US" sz="1200" dirty="0">
                <a:solidFill>
                  <a:srgbClr val="3A3A3A"/>
                </a:solidFill>
                <a:latin typeface="Trebuchet MS" pitchFamily="34" charset="0"/>
                <a:ea typeface="Trebuchet MS" pitchFamily="34" charset="-122"/>
                <a:cs typeface="Trebuchet MS" pitchFamily="34" charset="-120"/>
              </a:rPr>
              <a:t>The Add to Cart button on Amazon has opacity: 0.01 ,it exists in the DOM but Selenium's isDisplayed() returns false, causing every selector check to fail even when the button was right there on the page.</a:t>
            </a:r>
            <a:endParaRPr lang="en-US" sz="1200" dirty="0"/>
          </a:p>
        </p:txBody>
      </p:sp>
      <p:sp>
        <p:nvSpPr>
          <p:cNvPr id="17" name="Text 15"/>
          <p:cNvSpPr/>
          <p:nvPr/>
        </p:nvSpPr>
        <p:spPr>
          <a:xfrm>
            <a:off x="5166360" y="2852928"/>
            <a:ext cx="3657600" cy="256032"/>
          </a:xfrm>
          <a:prstGeom prst="rect">
            <a:avLst/>
          </a:prstGeom>
          <a:noFill/>
          <a:ln/>
        </p:spPr>
        <p:txBody>
          <a:bodyPr wrap="square" lIns="0" tIns="0" rIns="0" bIns="0" rtlCol="0" anchor="ctr"/>
          <a:lstStyle/>
          <a:p>
            <a:pPr marL="0" indent="0" algn="l">
              <a:buNone/>
            </a:pPr>
            <a:r>
              <a:rPr lang="en-US" sz="1100" b="1" kern="0" spc="100" dirty="0">
                <a:solidFill>
                  <a:srgbClr val="8A8070"/>
                </a:solidFill>
                <a:latin typeface="Trebuchet MS" pitchFamily="34" charset="0"/>
                <a:ea typeface="Trebuchet MS" pitchFamily="34" charset="-122"/>
                <a:cs typeface="Trebuchet MS" pitchFamily="34" charset="-120"/>
              </a:rPr>
              <a:t>How we handled it</a:t>
            </a:r>
            <a:endParaRPr lang="en-US" sz="1100" dirty="0"/>
          </a:p>
        </p:txBody>
      </p:sp>
      <p:sp>
        <p:nvSpPr>
          <p:cNvPr id="18" name="Text 16"/>
          <p:cNvSpPr/>
          <p:nvPr/>
        </p:nvSpPr>
        <p:spPr>
          <a:xfrm>
            <a:off x="5166360" y="3145536"/>
            <a:ext cx="3657600" cy="1554480"/>
          </a:xfrm>
          <a:prstGeom prst="rect">
            <a:avLst/>
          </a:prstGeom>
          <a:noFill/>
          <a:ln/>
        </p:spPr>
        <p:txBody>
          <a:bodyPr wrap="square" lIns="0" tIns="0" rIns="0" bIns="0" rtlCol="0" anchor="ctr"/>
          <a:lstStyle/>
          <a:p>
            <a:pPr marL="0" indent="0" algn="l">
              <a:buNone/>
            </a:pPr>
            <a:r>
              <a:rPr lang="en-US" sz="1150" dirty="0">
                <a:solidFill>
                  <a:srgbClr val="8A8070"/>
                </a:solidFill>
                <a:latin typeface="Trebuchet MS" pitchFamily="34" charset="0"/>
                <a:ea typeface="Trebuchet MS" pitchFamily="34" charset="-122"/>
                <a:cs typeface="Trebuchet MS" pitchFamily="34" charset="-120"/>
              </a:rPr>
              <a:t>Switched from isDisplayed() checks to pure DOM presence, </a:t>
            </a:r>
            <a:r>
              <a:rPr lang="en-US" sz="1150" dirty="0" err="1">
                <a:solidFill>
                  <a:srgbClr val="8A8070"/>
                </a:solidFill>
                <a:latin typeface="Trebuchet MS" pitchFamily="34" charset="0"/>
                <a:ea typeface="Trebuchet MS" pitchFamily="34" charset="-122"/>
                <a:cs typeface="Trebuchet MS" pitchFamily="34" charset="-120"/>
              </a:rPr>
              <a:t>findElements</a:t>
            </a:r>
            <a:r>
              <a:rPr lang="en-US" sz="1150" dirty="0">
                <a:solidFill>
                  <a:srgbClr val="8A8070"/>
                </a:solidFill>
                <a:latin typeface="Trebuchet MS" pitchFamily="34" charset="0"/>
                <a:ea typeface="Trebuchet MS" pitchFamily="34" charset="-122"/>
                <a:cs typeface="Trebuchet MS" pitchFamily="34" charset="-120"/>
              </a:rPr>
              <a:t>().isEmpty(). Then used a JavaScript executor click (jsClick()) to fire the button directly, bypassing Selenium's native click which the opacity overlay was intercepting. Also built a helper that scans all /dp/ product links on the search page and tries each one until it finds a page with the button in the DOM.</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7F4E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572A"/>
          </a:solidFill>
          <a:ln/>
        </p:spPr>
        <p:txBody>
          <a:bodyPr/>
          <a:lstStyle/>
          <a:p>
            <a:endParaRPr lang="en-US"/>
          </a:p>
        </p:txBody>
      </p:sp>
      <p:sp>
        <p:nvSpPr>
          <p:cNvPr id="3" name="Text 1"/>
          <p:cNvSpPr/>
          <p:nvPr/>
        </p:nvSpPr>
        <p:spPr>
          <a:xfrm>
            <a:off x="502920" y="292608"/>
            <a:ext cx="4572000" cy="274320"/>
          </a:xfrm>
          <a:prstGeom prst="rect">
            <a:avLst/>
          </a:prstGeom>
          <a:noFill/>
          <a:ln/>
        </p:spPr>
        <p:txBody>
          <a:bodyPr wrap="square" lIns="0" tIns="0" rIns="0" bIns="0" rtlCol="0" anchor="ctr"/>
          <a:lstStyle/>
          <a:p>
            <a:pPr marL="0" indent="0" algn="l">
              <a:buNone/>
            </a:pPr>
            <a:r>
              <a:rPr lang="en-US" sz="1000" b="1" kern="0" spc="300" dirty="0">
                <a:solidFill>
                  <a:srgbClr val="E8572A"/>
                </a:solidFill>
                <a:latin typeface="Trebuchet MS" pitchFamily="34" charset="0"/>
                <a:ea typeface="Trebuchet MS" pitchFamily="34" charset="-122"/>
                <a:cs typeface="Trebuchet MS" pitchFamily="34" charset="-120"/>
              </a:rPr>
              <a:t>05 — CODE SNIPPET</a:t>
            </a:r>
            <a:endParaRPr lang="en-US" sz="1000" dirty="0"/>
          </a:p>
        </p:txBody>
      </p:sp>
      <p:sp>
        <p:nvSpPr>
          <p:cNvPr id="4" name="Text 2"/>
          <p:cNvSpPr/>
          <p:nvPr/>
        </p:nvSpPr>
        <p:spPr>
          <a:xfrm>
            <a:off x="502920" y="658368"/>
            <a:ext cx="8229600" cy="658368"/>
          </a:xfrm>
          <a:prstGeom prst="rect">
            <a:avLst/>
          </a:prstGeom>
          <a:noFill/>
          <a:ln/>
        </p:spPr>
        <p:txBody>
          <a:bodyPr wrap="square" lIns="0" tIns="0" rIns="0" bIns="0" rtlCol="0" anchor="ctr"/>
          <a:lstStyle/>
          <a:p>
            <a:pPr marL="0" indent="0" algn="l">
              <a:buNone/>
            </a:pPr>
            <a:r>
              <a:rPr lang="en-US" sz="3600" b="1" dirty="0">
                <a:solidFill>
                  <a:srgbClr val="1A1A2E"/>
                </a:solidFill>
                <a:latin typeface="Georgia" pitchFamily="34" charset="0"/>
                <a:ea typeface="Georgia" pitchFamily="34" charset="-122"/>
                <a:cs typeface="Georgia" pitchFamily="34" charset="-120"/>
              </a:rPr>
              <a:t>A closer look.</a:t>
            </a:r>
            <a:endParaRPr lang="en-US" sz="3600" dirty="0"/>
          </a:p>
        </p:txBody>
      </p:sp>
      <p:sp>
        <p:nvSpPr>
          <p:cNvPr id="6" name="Text 4"/>
          <p:cNvSpPr/>
          <p:nvPr/>
        </p:nvSpPr>
        <p:spPr>
          <a:xfrm>
            <a:off x="502920" y="1463040"/>
            <a:ext cx="8138160" cy="3383280"/>
          </a:xfrm>
          <a:prstGeom prst="rect">
            <a:avLst/>
          </a:prstGeom>
          <a:noFill/>
          <a:ln/>
        </p:spPr>
        <p:txBody>
          <a:bodyPr wrap="square" lIns="0" tIns="0" rIns="0" bIns="0" rtlCol="0" anchor="ctr"/>
          <a:lstStyle/>
          <a:p>
            <a:pPr marL="0" indent="0" algn="ctr">
              <a:buNone/>
            </a:pPr>
            <a:endParaRPr lang="en-US" sz="1500" dirty="0"/>
          </a:p>
        </p:txBody>
      </p:sp>
      <p:pic>
        <p:nvPicPr>
          <p:cNvPr id="8" name="Picture 7">
            <a:extLst>
              <a:ext uri="{FF2B5EF4-FFF2-40B4-BE49-F238E27FC236}">
                <a16:creationId xmlns:a16="http://schemas.microsoft.com/office/drawing/2014/main" id="{3E72F94C-F832-9B2E-8873-A2B834BF9D22}"/>
              </a:ext>
            </a:extLst>
          </p:cNvPr>
          <p:cNvPicPr>
            <a:picLocks noChangeAspect="1"/>
          </p:cNvPicPr>
          <p:nvPr/>
        </p:nvPicPr>
        <p:blipFill>
          <a:blip r:embed="rId3"/>
          <a:stretch>
            <a:fillRect/>
          </a:stretch>
        </p:blipFill>
        <p:spPr>
          <a:xfrm>
            <a:off x="541706" y="1499420"/>
            <a:ext cx="3408857" cy="2913152"/>
          </a:xfrm>
          <a:prstGeom prst="rect">
            <a:avLst/>
          </a:prstGeom>
        </p:spPr>
      </p:pic>
      <p:pic>
        <p:nvPicPr>
          <p:cNvPr id="10" name="Picture 9">
            <a:extLst>
              <a:ext uri="{FF2B5EF4-FFF2-40B4-BE49-F238E27FC236}">
                <a16:creationId xmlns:a16="http://schemas.microsoft.com/office/drawing/2014/main" id="{BB505F98-E048-F84A-2ED6-79D9FB6FD8D0}"/>
              </a:ext>
            </a:extLst>
          </p:cNvPr>
          <p:cNvPicPr>
            <a:picLocks noChangeAspect="1"/>
          </p:cNvPicPr>
          <p:nvPr/>
        </p:nvPicPr>
        <p:blipFill>
          <a:blip r:embed="rId4"/>
          <a:stretch>
            <a:fillRect/>
          </a:stretch>
        </p:blipFill>
        <p:spPr>
          <a:xfrm>
            <a:off x="4390871" y="1499420"/>
            <a:ext cx="3883595" cy="25961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E8572A"/>
          </a:solidFill>
          <a:ln/>
        </p:spPr>
        <p:txBody>
          <a:bodyPr/>
          <a:lstStyle/>
          <a:p>
            <a:endParaRPr lang="en-US"/>
          </a:p>
        </p:txBody>
      </p:sp>
      <p:sp>
        <p:nvSpPr>
          <p:cNvPr id="3" name="Text 1"/>
          <p:cNvSpPr/>
          <p:nvPr/>
        </p:nvSpPr>
        <p:spPr>
          <a:xfrm>
            <a:off x="502920" y="292608"/>
            <a:ext cx="4572000" cy="274320"/>
          </a:xfrm>
          <a:prstGeom prst="rect">
            <a:avLst/>
          </a:prstGeom>
          <a:noFill/>
          <a:ln/>
        </p:spPr>
        <p:txBody>
          <a:bodyPr wrap="square" lIns="0" tIns="0" rIns="0" bIns="0" rtlCol="0" anchor="ctr"/>
          <a:lstStyle/>
          <a:p>
            <a:pPr marL="0" indent="0" algn="l">
              <a:buNone/>
            </a:pPr>
            <a:r>
              <a:rPr lang="en-US" sz="1000" b="1" kern="0" spc="300" dirty="0">
                <a:solidFill>
                  <a:srgbClr val="E8572A"/>
                </a:solidFill>
                <a:latin typeface="Trebuchet MS" pitchFamily="34" charset="0"/>
                <a:ea typeface="Trebuchet MS" pitchFamily="34" charset="-122"/>
                <a:cs typeface="Trebuchet MS" pitchFamily="34" charset="-120"/>
              </a:rPr>
              <a:t>06 — DEMO</a:t>
            </a:r>
            <a:endParaRPr lang="en-US" sz="1000" dirty="0"/>
          </a:p>
        </p:txBody>
      </p:sp>
      <p:sp>
        <p:nvSpPr>
          <p:cNvPr id="4" name="Text 2"/>
          <p:cNvSpPr/>
          <p:nvPr/>
        </p:nvSpPr>
        <p:spPr>
          <a:xfrm>
            <a:off x="502920" y="507760"/>
            <a:ext cx="3100892" cy="274321"/>
          </a:xfrm>
          <a:prstGeom prst="rect">
            <a:avLst/>
          </a:prstGeom>
          <a:noFill/>
          <a:ln/>
        </p:spPr>
        <p:txBody>
          <a:bodyPr wrap="square" lIns="0" tIns="0" rIns="0" bIns="0" rtlCol="0" anchor="ctr"/>
          <a:lstStyle/>
          <a:p>
            <a:pPr marL="0" indent="0" algn="l">
              <a:buNone/>
            </a:pPr>
            <a:r>
              <a:rPr lang="en-US" sz="2000" b="1" dirty="0">
                <a:solidFill>
                  <a:srgbClr val="FFFFFF"/>
                </a:solidFill>
                <a:latin typeface="Georgia" pitchFamily="34" charset="0"/>
                <a:ea typeface="Georgia" pitchFamily="34" charset="-122"/>
                <a:cs typeface="Georgia" pitchFamily="34" charset="-120"/>
              </a:rPr>
              <a:t>See it in action.</a:t>
            </a:r>
            <a:endParaRPr lang="en-US" sz="2000" dirty="0"/>
          </a:p>
        </p:txBody>
      </p:sp>
      <p:sp>
        <p:nvSpPr>
          <p:cNvPr id="5" name="Shape 3"/>
          <p:cNvSpPr/>
          <p:nvPr/>
        </p:nvSpPr>
        <p:spPr>
          <a:xfrm>
            <a:off x="469153" y="905435"/>
            <a:ext cx="8171927" cy="3794581"/>
          </a:xfrm>
          <a:prstGeom prst="rect">
            <a:avLst/>
          </a:prstGeom>
          <a:solidFill>
            <a:srgbClr val="2D3561">
              <a:alpha val="40000"/>
            </a:srgbClr>
          </a:solidFill>
          <a:ln w="9525">
            <a:solidFill>
              <a:srgbClr val="8A8070"/>
            </a:solidFill>
            <a:prstDash val="dash"/>
          </a:ln>
        </p:spPr>
        <p:txBody>
          <a:bodyPr/>
          <a:lstStyle/>
          <a:p>
            <a:endParaRPr lang="en-US"/>
          </a:p>
        </p:txBody>
      </p:sp>
      <p:sp>
        <p:nvSpPr>
          <p:cNvPr id="6" name="Text 4"/>
          <p:cNvSpPr/>
          <p:nvPr/>
        </p:nvSpPr>
        <p:spPr>
          <a:xfrm>
            <a:off x="502920" y="809812"/>
            <a:ext cx="8138160" cy="3899348"/>
          </a:xfrm>
          <a:prstGeom prst="rect">
            <a:avLst/>
          </a:prstGeom>
          <a:noFill/>
          <a:ln/>
        </p:spPr>
        <p:txBody>
          <a:bodyPr wrap="square" lIns="0" tIns="0" rIns="0" bIns="0" rtlCol="0" anchor="ctr"/>
          <a:lstStyle/>
          <a:p>
            <a:pPr algn="ctr"/>
            <a:endParaRPr lang="en-US" sz="1500" dirty="0"/>
          </a:p>
        </p:txBody>
      </p:sp>
      <p:pic>
        <p:nvPicPr>
          <p:cNvPr id="7" name="Online Media 6" title="Amazon Test">
            <a:hlinkClick r:id="" action="ppaction://media"/>
            <a:extLst>
              <a:ext uri="{FF2B5EF4-FFF2-40B4-BE49-F238E27FC236}">
                <a16:creationId xmlns:a16="http://schemas.microsoft.com/office/drawing/2014/main" id="{231E29BE-31BD-E01D-2DEE-93EB88B0B2E4}"/>
              </a:ext>
            </a:extLst>
          </p:cNvPr>
          <p:cNvPicPr>
            <a:picLocks noRot="1" noChangeAspect="1"/>
          </p:cNvPicPr>
          <p:nvPr>
            <a:videoFile r:link="rId1"/>
          </p:nvPr>
        </p:nvPicPr>
        <p:blipFill>
          <a:blip r:embed="rId4"/>
          <a:stretch>
            <a:fillRect/>
          </a:stretch>
        </p:blipFill>
        <p:spPr>
          <a:xfrm>
            <a:off x="1182154" y="896291"/>
            <a:ext cx="6745923" cy="379458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TotalTime>
  <Words>565</Words>
  <Application>Microsoft Office PowerPoint</Application>
  <PresentationFormat>On-screen Show (16:9)</PresentationFormat>
  <Paragraphs>107</Paragraphs>
  <Slides>8</Slides>
  <Notes>8</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Georgia</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Life Bank Haiti</cp:lastModifiedBy>
  <cp:revision>2</cp:revision>
  <dcterms:created xsi:type="dcterms:W3CDTF">2026-04-14T12:59:35Z</dcterms:created>
  <dcterms:modified xsi:type="dcterms:W3CDTF">2026-04-14T13:54:45Z</dcterms:modified>
</cp:coreProperties>
</file>